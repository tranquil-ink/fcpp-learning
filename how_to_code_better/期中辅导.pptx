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 id="2147483707" r:id="rId2"/>
  </p:sldMasterIdLst>
  <p:notesMasterIdLst>
    <p:notesMasterId r:id="rId33"/>
  </p:notesMasterIdLst>
  <p:sldIdLst>
    <p:sldId id="304" r:id="rId3"/>
    <p:sldId id="640" r:id="rId4"/>
    <p:sldId id="641" r:id="rId5"/>
    <p:sldId id="642" r:id="rId6"/>
    <p:sldId id="643" r:id="rId7"/>
    <p:sldId id="644" r:id="rId8"/>
    <p:sldId id="645" r:id="rId9"/>
    <p:sldId id="646" r:id="rId10"/>
    <p:sldId id="647" r:id="rId11"/>
    <p:sldId id="648" r:id="rId12"/>
    <p:sldId id="650" r:id="rId13"/>
    <p:sldId id="651" r:id="rId14"/>
    <p:sldId id="652" r:id="rId15"/>
    <p:sldId id="653" r:id="rId16"/>
    <p:sldId id="654" r:id="rId17"/>
    <p:sldId id="655" r:id="rId18"/>
    <p:sldId id="656" r:id="rId19"/>
    <p:sldId id="657" r:id="rId20"/>
    <p:sldId id="658" r:id="rId21"/>
    <p:sldId id="659" r:id="rId22"/>
    <p:sldId id="660" r:id="rId23"/>
    <p:sldId id="661" r:id="rId24"/>
    <p:sldId id="662" r:id="rId25"/>
    <p:sldId id="663" r:id="rId26"/>
    <p:sldId id="664" r:id="rId27"/>
    <p:sldId id="665" r:id="rId28"/>
    <p:sldId id="666" r:id="rId29"/>
    <p:sldId id="667" r:id="rId30"/>
    <p:sldId id="668" r:id="rId31"/>
    <p:sldId id="669"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素材" id="{548E6020-DE2C-4A43-8C4A-E92BE1952416}">
          <p14:sldIdLst>
            <p14:sldId id="304"/>
            <p14:sldId id="640"/>
            <p14:sldId id="641"/>
            <p14:sldId id="642"/>
            <p14:sldId id="643"/>
            <p14:sldId id="644"/>
            <p14:sldId id="645"/>
            <p14:sldId id="646"/>
            <p14:sldId id="647"/>
            <p14:sldId id="648"/>
            <p14:sldId id="650"/>
            <p14:sldId id="651"/>
            <p14:sldId id="652"/>
            <p14:sldId id="653"/>
            <p14:sldId id="654"/>
            <p14:sldId id="655"/>
            <p14:sldId id="656"/>
            <p14:sldId id="657"/>
            <p14:sldId id="658"/>
            <p14:sldId id="659"/>
            <p14:sldId id="660"/>
            <p14:sldId id="661"/>
            <p14:sldId id="662"/>
            <p14:sldId id="663"/>
            <p14:sldId id="664"/>
            <p14:sldId id="665"/>
            <p14:sldId id="666"/>
            <p14:sldId id="667"/>
            <p14:sldId id="668"/>
            <p14:sldId id="66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伟洲" initials="杨" lastIdx="1" clrIdx="0">
    <p:extLst>
      <p:ext uri="{19B8F6BF-5375-455C-9EA6-DF929625EA0E}">
        <p15:presenceInfo xmlns:p15="http://schemas.microsoft.com/office/powerpoint/2012/main" userId="42218d51efea374b" providerId="Windows Live"/>
      </p:ext>
    </p:extLst>
  </p:cmAuthor>
  <p:cmAuthor id="2" name="Fish Zheng" initials="FZ" lastIdx="1" clrIdx="1">
    <p:extLst>
      <p:ext uri="{19B8F6BF-5375-455C-9EA6-DF929625EA0E}">
        <p15:presenceInfo xmlns:p15="http://schemas.microsoft.com/office/powerpoint/2012/main" userId="784d355a392b2c5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A0001"/>
    <a:srgbClr val="BFBFBF"/>
    <a:srgbClr val="CEAB6E"/>
    <a:srgbClr val="A6A6A6"/>
    <a:srgbClr val="B1B1B1"/>
    <a:srgbClr val="063771"/>
    <a:srgbClr val="222A35"/>
    <a:srgbClr val="A23341"/>
    <a:srgbClr val="DCDCDC"/>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159" autoAdjust="0"/>
    <p:restoredTop sz="96543" autoAdjust="0"/>
  </p:normalViewPr>
  <p:slideViewPr>
    <p:cSldViewPr snapToGrid="0">
      <p:cViewPr varScale="1">
        <p:scale>
          <a:sx n="102" d="100"/>
          <a:sy n="102" d="100"/>
        </p:scale>
        <p:origin x="192" y="824"/>
      </p:cViewPr>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41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99999-22BB-4EB1-820B-6F546983B52B}" type="datetimeFigureOut">
              <a:rPr lang="zh-CN" altLang="en-US" smtClean="0"/>
              <a:t>2026/10/31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A75D99-2AE7-49F1-BB03-59E2BF5579C1}" type="slidenum">
              <a:rPr lang="zh-CN" altLang="en-US" smtClean="0"/>
              <a:t>‹#›</a:t>
            </a:fld>
            <a:endParaRPr lang="zh-CN" altLang="en-US"/>
          </a:p>
        </p:txBody>
      </p:sp>
    </p:spTree>
    <p:extLst>
      <p:ext uri="{BB962C8B-B14F-4D97-AF65-F5344CB8AC3E}">
        <p14:creationId xmlns:p14="http://schemas.microsoft.com/office/powerpoint/2010/main" val="2271869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a:t>
            </a:fld>
            <a:endParaRPr lang="zh-CN" altLang="en-US"/>
          </a:p>
        </p:txBody>
      </p:sp>
    </p:spTree>
    <p:extLst>
      <p:ext uri="{BB962C8B-B14F-4D97-AF65-F5344CB8AC3E}">
        <p14:creationId xmlns:p14="http://schemas.microsoft.com/office/powerpoint/2010/main" val="3160080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a:t>
            </a:fld>
            <a:endParaRPr lang="zh-CN" altLang="en-US"/>
          </a:p>
        </p:txBody>
      </p:sp>
    </p:spTree>
    <p:extLst>
      <p:ext uri="{BB962C8B-B14F-4D97-AF65-F5344CB8AC3E}">
        <p14:creationId xmlns:p14="http://schemas.microsoft.com/office/powerpoint/2010/main" val="1287685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3</a:t>
            </a:fld>
            <a:endParaRPr lang="zh-CN" altLang="en-US"/>
          </a:p>
        </p:txBody>
      </p:sp>
    </p:spTree>
    <p:extLst>
      <p:ext uri="{BB962C8B-B14F-4D97-AF65-F5344CB8AC3E}">
        <p14:creationId xmlns:p14="http://schemas.microsoft.com/office/powerpoint/2010/main" val="2951444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4</a:t>
            </a:fld>
            <a:endParaRPr lang="zh-CN" altLang="en-US"/>
          </a:p>
        </p:txBody>
      </p:sp>
    </p:spTree>
    <p:extLst>
      <p:ext uri="{BB962C8B-B14F-4D97-AF65-F5344CB8AC3E}">
        <p14:creationId xmlns:p14="http://schemas.microsoft.com/office/powerpoint/2010/main" val="1825634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5</a:t>
            </a:fld>
            <a:endParaRPr lang="zh-CN" altLang="en-US"/>
          </a:p>
        </p:txBody>
      </p:sp>
    </p:spTree>
    <p:extLst>
      <p:ext uri="{BB962C8B-B14F-4D97-AF65-F5344CB8AC3E}">
        <p14:creationId xmlns:p14="http://schemas.microsoft.com/office/powerpoint/2010/main" val="63784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6</a:t>
            </a:fld>
            <a:endParaRPr lang="zh-CN" altLang="en-US"/>
          </a:p>
        </p:txBody>
      </p:sp>
    </p:spTree>
    <p:extLst>
      <p:ext uri="{BB962C8B-B14F-4D97-AF65-F5344CB8AC3E}">
        <p14:creationId xmlns:p14="http://schemas.microsoft.com/office/powerpoint/2010/main" val="3282669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7</a:t>
            </a:fld>
            <a:endParaRPr lang="zh-CN" altLang="en-US"/>
          </a:p>
        </p:txBody>
      </p:sp>
    </p:spTree>
    <p:extLst>
      <p:ext uri="{BB962C8B-B14F-4D97-AF65-F5344CB8AC3E}">
        <p14:creationId xmlns:p14="http://schemas.microsoft.com/office/powerpoint/2010/main" val="16832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8</a:t>
            </a:fld>
            <a:endParaRPr lang="zh-CN" altLang="en-US"/>
          </a:p>
        </p:txBody>
      </p:sp>
    </p:spTree>
    <p:extLst>
      <p:ext uri="{BB962C8B-B14F-4D97-AF65-F5344CB8AC3E}">
        <p14:creationId xmlns:p14="http://schemas.microsoft.com/office/powerpoint/2010/main" val="3466413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9</a:t>
            </a:fld>
            <a:endParaRPr lang="zh-CN" altLang="en-US"/>
          </a:p>
        </p:txBody>
      </p:sp>
    </p:spTree>
    <p:extLst>
      <p:ext uri="{BB962C8B-B14F-4D97-AF65-F5344CB8AC3E}">
        <p14:creationId xmlns:p14="http://schemas.microsoft.com/office/powerpoint/2010/main" val="1486981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10</a:t>
            </a:fld>
            <a:endParaRPr lang="zh-CN" altLang="en-US"/>
          </a:p>
        </p:txBody>
      </p:sp>
    </p:spTree>
    <p:extLst>
      <p:ext uri="{BB962C8B-B14F-4D97-AF65-F5344CB8AC3E}">
        <p14:creationId xmlns:p14="http://schemas.microsoft.com/office/powerpoint/2010/main" val="3876519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11</a:t>
            </a:fld>
            <a:endParaRPr lang="zh-CN" altLang="en-US"/>
          </a:p>
        </p:txBody>
      </p:sp>
    </p:spTree>
    <p:extLst>
      <p:ext uri="{BB962C8B-B14F-4D97-AF65-F5344CB8AC3E}">
        <p14:creationId xmlns:p14="http://schemas.microsoft.com/office/powerpoint/2010/main" val="16212723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12</a:t>
            </a:fld>
            <a:endParaRPr lang="zh-CN" altLang="en-US"/>
          </a:p>
        </p:txBody>
      </p:sp>
    </p:spTree>
    <p:extLst>
      <p:ext uri="{BB962C8B-B14F-4D97-AF65-F5344CB8AC3E}">
        <p14:creationId xmlns:p14="http://schemas.microsoft.com/office/powerpoint/2010/main" val="2210359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13</a:t>
            </a:fld>
            <a:endParaRPr lang="zh-CN" altLang="en-US"/>
          </a:p>
        </p:txBody>
      </p:sp>
    </p:spTree>
    <p:extLst>
      <p:ext uri="{BB962C8B-B14F-4D97-AF65-F5344CB8AC3E}">
        <p14:creationId xmlns:p14="http://schemas.microsoft.com/office/powerpoint/2010/main" val="951839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14</a:t>
            </a:fld>
            <a:endParaRPr lang="zh-CN" altLang="en-US"/>
          </a:p>
        </p:txBody>
      </p:sp>
    </p:spTree>
    <p:extLst>
      <p:ext uri="{BB962C8B-B14F-4D97-AF65-F5344CB8AC3E}">
        <p14:creationId xmlns:p14="http://schemas.microsoft.com/office/powerpoint/2010/main" val="1522929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15</a:t>
            </a:fld>
            <a:endParaRPr lang="zh-CN" altLang="en-US"/>
          </a:p>
        </p:txBody>
      </p:sp>
    </p:spTree>
    <p:extLst>
      <p:ext uri="{BB962C8B-B14F-4D97-AF65-F5344CB8AC3E}">
        <p14:creationId xmlns:p14="http://schemas.microsoft.com/office/powerpoint/2010/main" val="4068434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16</a:t>
            </a:fld>
            <a:endParaRPr lang="zh-CN" altLang="en-US"/>
          </a:p>
        </p:txBody>
      </p:sp>
    </p:spTree>
    <p:extLst>
      <p:ext uri="{BB962C8B-B14F-4D97-AF65-F5344CB8AC3E}">
        <p14:creationId xmlns:p14="http://schemas.microsoft.com/office/powerpoint/2010/main" val="2676823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17</a:t>
            </a:fld>
            <a:endParaRPr lang="zh-CN" altLang="en-US"/>
          </a:p>
        </p:txBody>
      </p:sp>
    </p:spTree>
    <p:extLst>
      <p:ext uri="{BB962C8B-B14F-4D97-AF65-F5344CB8AC3E}">
        <p14:creationId xmlns:p14="http://schemas.microsoft.com/office/powerpoint/2010/main" val="1197001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18</a:t>
            </a:fld>
            <a:endParaRPr lang="zh-CN" altLang="en-US"/>
          </a:p>
        </p:txBody>
      </p:sp>
    </p:spTree>
    <p:extLst>
      <p:ext uri="{BB962C8B-B14F-4D97-AF65-F5344CB8AC3E}">
        <p14:creationId xmlns:p14="http://schemas.microsoft.com/office/powerpoint/2010/main" val="851016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19</a:t>
            </a:fld>
            <a:endParaRPr lang="zh-CN" altLang="en-US"/>
          </a:p>
        </p:txBody>
      </p:sp>
    </p:spTree>
    <p:extLst>
      <p:ext uri="{BB962C8B-B14F-4D97-AF65-F5344CB8AC3E}">
        <p14:creationId xmlns:p14="http://schemas.microsoft.com/office/powerpoint/2010/main" val="36080095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此题可以作为预期复杂度引导思路的例子，类似的还有</a:t>
            </a:r>
            <a:r>
              <a:rPr lang="en-US" altLang="zh-CN"/>
              <a:t>3SUM</a:t>
            </a:r>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20</a:t>
            </a:fld>
            <a:endParaRPr lang="zh-CN" altLang="en-US"/>
          </a:p>
        </p:txBody>
      </p:sp>
    </p:spTree>
    <p:extLst>
      <p:ext uri="{BB962C8B-B14F-4D97-AF65-F5344CB8AC3E}">
        <p14:creationId xmlns:p14="http://schemas.microsoft.com/office/powerpoint/2010/main" val="18419319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21</a:t>
            </a:fld>
            <a:endParaRPr lang="zh-CN" altLang="en-US"/>
          </a:p>
        </p:txBody>
      </p:sp>
    </p:spTree>
    <p:extLst>
      <p:ext uri="{BB962C8B-B14F-4D97-AF65-F5344CB8AC3E}">
        <p14:creationId xmlns:p14="http://schemas.microsoft.com/office/powerpoint/2010/main" val="36496709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22</a:t>
            </a:fld>
            <a:endParaRPr lang="zh-CN" altLang="en-US"/>
          </a:p>
        </p:txBody>
      </p:sp>
    </p:spTree>
    <p:extLst>
      <p:ext uri="{BB962C8B-B14F-4D97-AF65-F5344CB8AC3E}">
        <p14:creationId xmlns:p14="http://schemas.microsoft.com/office/powerpoint/2010/main" val="25048598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23</a:t>
            </a:fld>
            <a:endParaRPr lang="zh-CN" altLang="en-US"/>
          </a:p>
        </p:txBody>
      </p:sp>
    </p:spTree>
    <p:extLst>
      <p:ext uri="{BB962C8B-B14F-4D97-AF65-F5344CB8AC3E}">
        <p14:creationId xmlns:p14="http://schemas.microsoft.com/office/powerpoint/2010/main" val="1548200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24</a:t>
            </a:fld>
            <a:endParaRPr lang="zh-CN" altLang="en-US"/>
          </a:p>
        </p:txBody>
      </p:sp>
    </p:spTree>
    <p:extLst>
      <p:ext uri="{BB962C8B-B14F-4D97-AF65-F5344CB8AC3E}">
        <p14:creationId xmlns:p14="http://schemas.microsoft.com/office/powerpoint/2010/main" val="26207160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25</a:t>
            </a:fld>
            <a:endParaRPr lang="zh-CN" altLang="en-US"/>
          </a:p>
        </p:txBody>
      </p:sp>
    </p:spTree>
    <p:extLst>
      <p:ext uri="{BB962C8B-B14F-4D97-AF65-F5344CB8AC3E}">
        <p14:creationId xmlns:p14="http://schemas.microsoft.com/office/powerpoint/2010/main" val="3437819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26</a:t>
            </a:fld>
            <a:endParaRPr lang="zh-CN" altLang="en-US"/>
          </a:p>
        </p:txBody>
      </p:sp>
    </p:spTree>
    <p:extLst>
      <p:ext uri="{BB962C8B-B14F-4D97-AF65-F5344CB8AC3E}">
        <p14:creationId xmlns:p14="http://schemas.microsoft.com/office/powerpoint/2010/main" val="5873319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27</a:t>
            </a:fld>
            <a:endParaRPr lang="zh-CN" altLang="en-US"/>
          </a:p>
        </p:txBody>
      </p:sp>
    </p:spTree>
    <p:extLst>
      <p:ext uri="{BB962C8B-B14F-4D97-AF65-F5344CB8AC3E}">
        <p14:creationId xmlns:p14="http://schemas.microsoft.com/office/powerpoint/2010/main" val="41702516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28</a:t>
            </a:fld>
            <a:endParaRPr lang="zh-CN" altLang="en-US"/>
          </a:p>
        </p:txBody>
      </p:sp>
    </p:spTree>
    <p:extLst>
      <p:ext uri="{BB962C8B-B14F-4D97-AF65-F5344CB8AC3E}">
        <p14:creationId xmlns:p14="http://schemas.microsoft.com/office/powerpoint/2010/main" val="42288756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29</a:t>
            </a:fld>
            <a:endParaRPr lang="zh-CN" altLang="en-US"/>
          </a:p>
        </p:txBody>
      </p:sp>
    </p:spTree>
    <p:extLst>
      <p:ext uri="{BB962C8B-B14F-4D97-AF65-F5344CB8AC3E}">
        <p14:creationId xmlns:p14="http://schemas.microsoft.com/office/powerpoint/2010/main" val="33496711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t>30</a:t>
            </a:fld>
            <a:endParaRPr lang="zh-CN" altLang="en-US"/>
          </a:p>
        </p:txBody>
      </p:sp>
    </p:spTree>
    <p:extLst>
      <p:ext uri="{BB962C8B-B14F-4D97-AF65-F5344CB8AC3E}">
        <p14:creationId xmlns:p14="http://schemas.microsoft.com/office/powerpoint/2010/main" val="1880293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717342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565530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038665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118467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1490678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3398244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805475184"/>
      </p:ext>
    </p:extLst>
  </p:cSld>
  <p:clrMapOvr>
    <a:masterClrMapping/>
  </p:clrMapOvr>
  <p:extLst mod="1">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764787002"/>
      </p:ext>
    </p:extLst>
  </p:cSld>
  <p:clrMapOvr>
    <a:masterClrMapping/>
  </p:clrMapOvr>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250273013"/>
      </p:ext>
    </p:extLst>
  </p:cSld>
  <p:clrMapOvr>
    <a:masterClrMapping/>
  </p:clrMapOvr>
  <p:extLst mod="1">
    <p:ext uri="{DCECCB84-F9BA-43D5-87BE-67443E8EF086}">
      <p15:sldGuideLst xmlns:p15="http://schemas.microsoft.com/office/powerpoint/2012/main">
        <p15:guide id="4"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343342305"/>
      </p:ext>
    </p:extLst>
  </p:cSld>
  <p:clrMapOvr>
    <a:masterClrMapping/>
  </p:clrMapOvr>
  <p:extLst mod="1">
    <p:ext uri="{DCECCB84-F9BA-43D5-87BE-67443E8EF086}">
      <p15:sldGuideLst xmlns:p15="http://schemas.microsoft.com/office/powerpoint/2012/main">
        <p15:guide id="2" orient="horz" userDrawn="1">
          <p15:clr>
            <a:srgbClr val="FBAE40"/>
          </p15:clr>
        </p15:guide>
        <p15:guide id="4"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656950449"/>
      </p:ext>
    </p:extLst>
  </p:cSld>
  <p:clrMapOvr>
    <a:masterClrMapping/>
  </p:clrMapOvr>
  <p:extLst mod="1">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77003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320391281"/>
      </p:ext>
    </p:extLst>
  </p:cSld>
  <p:clrMapOvr>
    <a:masterClrMapping/>
  </p:clrMapOvr>
  <p:extLst mod="1">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2297414712"/>
      </p:ext>
    </p:extLst>
  </p:cSld>
  <p:clrMapOvr>
    <a:masterClrMapping/>
  </p:clrMapOvr>
  <p:extLst mod="1">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4077410927"/>
      </p:ext>
    </p:extLst>
  </p:cSld>
  <p:clrMapOvr>
    <a:masterClrMapping/>
  </p:clrMapOvr>
  <p:extLst mod="1">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1271073170"/>
      </p:ext>
    </p:extLst>
  </p:cSld>
  <p:clrMapOvr>
    <a:masterClrMapping/>
  </p:clrMapOvr>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168377699"/>
      </p:ext>
    </p:extLst>
  </p:cSld>
  <p:clrMapOvr>
    <a:masterClrMapping/>
  </p:clrMapOvr>
  <p:extLst mod="1">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176353344"/>
      </p:ext>
    </p:extLst>
  </p:cSld>
  <p:clrMapOvr>
    <a:masterClrMapping/>
  </p:clrMapOvr>
  <p:extLst mod="1">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1056957791"/>
      </p:ext>
    </p:extLst>
  </p:cSld>
  <p:clrMapOvr>
    <a:masterClrMapping/>
  </p:clrMapOvr>
  <p:extLst mod="1">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2896438906"/>
      </p:ext>
    </p:extLst>
  </p:cSld>
  <p:clrMapOvr>
    <a:masterClrMapping/>
  </p:clrMapOvr>
  <p:extLst mod="1">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封面-1">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06296C0-E8A8-4ABD-980C-DC99A7F42D7F}"/>
              </a:ext>
            </a:extLst>
          </p:cNvPr>
          <p:cNvPicPr>
            <a:picLocks noChangeAspect="1"/>
          </p:cNvPicPr>
          <p:nvPr userDrawn="1"/>
        </p:nvPicPr>
        <p:blipFill>
          <a:blip r:embed="rId2"/>
          <a:stretch>
            <a:fillRect/>
          </a:stretch>
        </p:blipFill>
        <p:spPr>
          <a:xfrm>
            <a:off x="0" y="0"/>
            <a:ext cx="12192000" cy="3357217"/>
          </a:xfrm>
          <a:prstGeom prst="rect">
            <a:avLst/>
          </a:prstGeom>
        </p:spPr>
      </p:pic>
      <p:sp>
        <p:nvSpPr>
          <p:cNvPr id="4" name="矩形 3">
            <a:extLst>
              <a:ext uri="{FF2B5EF4-FFF2-40B4-BE49-F238E27FC236}">
                <a16:creationId xmlns:a16="http://schemas.microsoft.com/office/drawing/2014/main" id="{4BC187F1-42E5-4383-AC3D-83B120CDE410}"/>
              </a:ext>
            </a:extLst>
          </p:cNvPr>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7087F57-B8B2-4F52-943A-08BE08AC8C9F}"/>
              </a:ext>
            </a:extLst>
          </p:cNvPr>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a:extLst>
              <a:ext uri="{FF2B5EF4-FFF2-40B4-BE49-F238E27FC236}">
                <a16:creationId xmlns:a16="http://schemas.microsoft.com/office/drawing/2014/main" id="{ACAC108B-5150-431E-B389-3B1F46A2B67E}"/>
              </a:ext>
            </a:extLst>
          </p:cNvPr>
          <p:cNvGrpSpPr/>
          <p:nvPr userDrawn="1"/>
        </p:nvGrpSpPr>
        <p:grpSpPr>
          <a:xfrm>
            <a:off x="5410200" y="2670375"/>
            <a:ext cx="1371600" cy="1368402"/>
            <a:chOff x="2105799" y="20055838"/>
            <a:chExt cx="6748090" cy="6732363"/>
          </a:xfrm>
          <a:solidFill>
            <a:srgbClr val="8B0012">
              <a:alpha val="80000"/>
            </a:srgbClr>
          </a:solidFill>
        </p:grpSpPr>
        <p:sp>
          <p:nvSpPr>
            <p:cNvPr id="7" name="Freeform 8">
              <a:extLst>
                <a:ext uri="{FF2B5EF4-FFF2-40B4-BE49-F238E27FC236}">
                  <a16:creationId xmlns:a16="http://schemas.microsoft.com/office/drawing/2014/main" id="{A4BB1E0C-3B71-494C-90A5-5E83B05763C4}"/>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8" name="Freeform 42">
              <a:extLst>
                <a:ext uri="{FF2B5EF4-FFF2-40B4-BE49-F238E27FC236}">
                  <a16:creationId xmlns:a16="http://schemas.microsoft.com/office/drawing/2014/main" id="{9C922C0C-6676-4220-A57A-6A60B760EC5E}"/>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9" name="Freeform 43">
              <a:extLst>
                <a:ext uri="{FF2B5EF4-FFF2-40B4-BE49-F238E27FC236}">
                  <a16:creationId xmlns:a16="http://schemas.microsoft.com/office/drawing/2014/main" id="{13B11B68-25F0-45BA-8167-7E67FD4D1E0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0" name="Freeform 44">
              <a:extLst>
                <a:ext uri="{FF2B5EF4-FFF2-40B4-BE49-F238E27FC236}">
                  <a16:creationId xmlns:a16="http://schemas.microsoft.com/office/drawing/2014/main" id="{3AA3C9BE-308B-42E0-B388-8B9594616391}"/>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1" name="Freeform 45">
              <a:extLst>
                <a:ext uri="{FF2B5EF4-FFF2-40B4-BE49-F238E27FC236}">
                  <a16:creationId xmlns:a16="http://schemas.microsoft.com/office/drawing/2014/main" id="{2270AF1B-A34B-4183-AA58-499F7FC92BEA}"/>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2" name="Freeform 46">
              <a:extLst>
                <a:ext uri="{FF2B5EF4-FFF2-40B4-BE49-F238E27FC236}">
                  <a16:creationId xmlns:a16="http://schemas.microsoft.com/office/drawing/2014/main" id="{1648A05A-8C9B-4DCB-ADF5-C0E9CA804EF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3" name="Freeform 47">
              <a:extLst>
                <a:ext uri="{FF2B5EF4-FFF2-40B4-BE49-F238E27FC236}">
                  <a16:creationId xmlns:a16="http://schemas.microsoft.com/office/drawing/2014/main" id="{780F1822-408A-4D9E-A7BB-5649D8459E2F}"/>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4" name="Freeform 48">
              <a:extLst>
                <a:ext uri="{FF2B5EF4-FFF2-40B4-BE49-F238E27FC236}">
                  <a16:creationId xmlns:a16="http://schemas.microsoft.com/office/drawing/2014/main" id="{D7B27305-F882-49EB-B5D1-DAD265B8F59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5" name="Freeform 49">
              <a:extLst>
                <a:ext uri="{FF2B5EF4-FFF2-40B4-BE49-F238E27FC236}">
                  <a16:creationId xmlns:a16="http://schemas.microsoft.com/office/drawing/2014/main" id="{1C88A9B0-6500-44EB-B523-6AB8CF2E5B58}"/>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6" name="Freeform 50">
              <a:extLst>
                <a:ext uri="{FF2B5EF4-FFF2-40B4-BE49-F238E27FC236}">
                  <a16:creationId xmlns:a16="http://schemas.microsoft.com/office/drawing/2014/main" id="{02B0BE86-EC4F-4A7E-B284-3AA3AEE5F3B5}"/>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7" name="Freeform 51">
              <a:extLst>
                <a:ext uri="{FF2B5EF4-FFF2-40B4-BE49-F238E27FC236}">
                  <a16:creationId xmlns:a16="http://schemas.microsoft.com/office/drawing/2014/main" id="{D646E307-5A0C-4184-9829-2D12C5F1D732}"/>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8" name="Freeform 52">
              <a:extLst>
                <a:ext uri="{FF2B5EF4-FFF2-40B4-BE49-F238E27FC236}">
                  <a16:creationId xmlns:a16="http://schemas.microsoft.com/office/drawing/2014/main" id="{1213DF27-0675-40E1-AF04-500FEC47309C}"/>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19" name="Freeform 53">
              <a:extLst>
                <a:ext uri="{FF2B5EF4-FFF2-40B4-BE49-F238E27FC236}">
                  <a16:creationId xmlns:a16="http://schemas.microsoft.com/office/drawing/2014/main" id="{78B921DD-11CC-425E-A465-F4034A5A080D}"/>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0" name="Freeform 54">
              <a:extLst>
                <a:ext uri="{FF2B5EF4-FFF2-40B4-BE49-F238E27FC236}">
                  <a16:creationId xmlns:a16="http://schemas.microsoft.com/office/drawing/2014/main" id="{E251C559-AD0A-4238-9C00-053CFAFCF5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1" name="Freeform 55">
              <a:extLst>
                <a:ext uri="{FF2B5EF4-FFF2-40B4-BE49-F238E27FC236}">
                  <a16:creationId xmlns:a16="http://schemas.microsoft.com/office/drawing/2014/main" id="{22DC21C7-7AEE-4789-B295-78B5A39F5F12}"/>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2" name="Freeform 56">
              <a:extLst>
                <a:ext uri="{FF2B5EF4-FFF2-40B4-BE49-F238E27FC236}">
                  <a16:creationId xmlns:a16="http://schemas.microsoft.com/office/drawing/2014/main" id="{2089A1EF-769C-4B32-ACB7-0843ADFE09AA}"/>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3" name="Freeform 57">
              <a:extLst>
                <a:ext uri="{FF2B5EF4-FFF2-40B4-BE49-F238E27FC236}">
                  <a16:creationId xmlns:a16="http://schemas.microsoft.com/office/drawing/2014/main" id="{89065D5C-2F82-4B9C-9DCF-556527D2755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4" name="Freeform 58">
              <a:extLst>
                <a:ext uri="{FF2B5EF4-FFF2-40B4-BE49-F238E27FC236}">
                  <a16:creationId xmlns:a16="http://schemas.microsoft.com/office/drawing/2014/main" id="{63D30659-2737-4732-A71C-025BE4A9E86B}"/>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5" name="Freeform 59">
              <a:extLst>
                <a:ext uri="{FF2B5EF4-FFF2-40B4-BE49-F238E27FC236}">
                  <a16:creationId xmlns:a16="http://schemas.microsoft.com/office/drawing/2014/main" id="{26925B20-892F-495B-ACDF-9EC468A2C7C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6" name="Freeform 60">
              <a:extLst>
                <a:ext uri="{FF2B5EF4-FFF2-40B4-BE49-F238E27FC236}">
                  <a16:creationId xmlns:a16="http://schemas.microsoft.com/office/drawing/2014/main" id="{F4DFD42E-FD06-4DD4-BD5D-E8024A4948AB}"/>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7" name="Freeform 61">
              <a:extLst>
                <a:ext uri="{FF2B5EF4-FFF2-40B4-BE49-F238E27FC236}">
                  <a16:creationId xmlns:a16="http://schemas.microsoft.com/office/drawing/2014/main" id="{AFA1A6B6-4731-43D9-A6A3-8AFB9A5AE684}"/>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8" name="Freeform 62">
              <a:extLst>
                <a:ext uri="{FF2B5EF4-FFF2-40B4-BE49-F238E27FC236}">
                  <a16:creationId xmlns:a16="http://schemas.microsoft.com/office/drawing/2014/main" id="{7C89F33A-1343-45E8-91E5-F27A8457EA0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sp>
          <p:nvSpPr>
            <p:cNvPr id="29" name="Freeform 71">
              <a:extLst>
                <a:ext uri="{FF2B5EF4-FFF2-40B4-BE49-F238E27FC236}">
                  <a16:creationId xmlns:a16="http://schemas.microsoft.com/office/drawing/2014/main" id="{592EB9D1-7BB9-4D0B-9C6E-355FA946B6E7}"/>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a:solidFill>
                  <a:srgbClr val="FF0000"/>
                </a:solidFill>
              </a:endParaRPr>
            </a:p>
          </p:txBody>
        </p:sp>
      </p:grpSp>
      <p:sp>
        <p:nvSpPr>
          <p:cNvPr id="36" name="文本占位符 35">
            <a:extLst>
              <a:ext uri="{FF2B5EF4-FFF2-40B4-BE49-F238E27FC236}">
                <a16:creationId xmlns:a16="http://schemas.microsoft.com/office/drawing/2014/main" id="{99EF31F4-C1DD-413E-8350-2A8F905B444F}"/>
              </a:ext>
            </a:extLst>
          </p:cNvPr>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panose="020B0503020204020204" pitchFamily="34" charset="-122"/>
                <a:cs typeface="微软雅黑" panose="020B0503020204020204" pitchFamily="34" charset="-122"/>
              </a:defRPr>
            </a:lvl1pPr>
          </a:lstStyle>
          <a:p>
            <a:pPr algn="ctr">
              <a:lnSpc>
                <a:spcPct val="120000"/>
              </a:lnSpc>
              <a:defRPr/>
            </a:pP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北京大学学术答辩通用</a:t>
            </a:r>
            <a:r>
              <a:rPr lang="en-US" altLang="zh-CN"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PPT</a:t>
            </a:r>
            <a:r>
              <a:rPr lang="zh-CN" altLang="en-US" sz="4000" b="1" spc="300" dirty="0">
                <a:solidFill>
                  <a:schemeClr val="tx1">
                    <a:lumMod val="85000"/>
                    <a:lumOff val="15000"/>
                  </a:schemeClr>
                </a:solidFill>
                <a:latin typeface="微软雅黑" panose="020B0503020204020204" pitchFamily="34" charset="-122"/>
                <a:ea typeface="微软雅黑" panose="020B0503020204020204" pitchFamily="34" charset="-122"/>
                <a:cs typeface="经典圆体简" panose="02010609000101010101" pitchFamily="49" charset="-122"/>
                <a:sym typeface="微软雅黑" pitchFamily="34" charset="-122"/>
              </a:rPr>
              <a:t>模板</a:t>
            </a:r>
          </a:p>
        </p:txBody>
      </p:sp>
      <p:sp>
        <p:nvSpPr>
          <p:cNvPr id="41" name="文本占位符 37">
            <a:extLst>
              <a:ext uri="{FF2B5EF4-FFF2-40B4-BE49-F238E27FC236}">
                <a16:creationId xmlns:a16="http://schemas.microsoft.com/office/drawing/2014/main" id="{D6220974-BA97-4239-8B37-C87F7F2D4871}"/>
              </a:ext>
            </a:extLst>
          </p:cNvPr>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答辩人：</a:t>
            </a:r>
            <a:r>
              <a:rPr lang="en-US" altLang="zh-CN" dirty="0"/>
              <a:t>XXX</a:t>
            </a:r>
            <a:endParaRPr lang="zh-CN" altLang="en-US" dirty="0"/>
          </a:p>
        </p:txBody>
      </p:sp>
      <p:sp>
        <p:nvSpPr>
          <p:cNvPr id="42" name="文本占位符 37">
            <a:extLst>
              <a:ext uri="{FF2B5EF4-FFF2-40B4-BE49-F238E27FC236}">
                <a16:creationId xmlns:a16="http://schemas.microsoft.com/office/drawing/2014/main" id="{1E1C9D50-4952-418A-9BEE-D99198F6E380}"/>
              </a:ext>
            </a:extLst>
          </p:cNvPr>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指导教师：</a:t>
            </a:r>
            <a:r>
              <a:rPr lang="en-US" altLang="zh-CN" dirty="0"/>
              <a:t>XXX</a:t>
            </a:r>
            <a:endParaRPr lang="zh-CN" altLang="en-US" dirty="0"/>
          </a:p>
        </p:txBody>
      </p:sp>
      <p:sp>
        <p:nvSpPr>
          <p:cNvPr id="43" name="文本占位符 37">
            <a:extLst>
              <a:ext uri="{FF2B5EF4-FFF2-40B4-BE49-F238E27FC236}">
                <a16:creationId xmlns:a16="http://schemas.microsoft.com/office/drawing/2014/main" id="{62842471-F840-45CA-8087-A1D9DF3CA908}"/>
              </a:ext>
            </a:extLst>
          </p:cNvPr>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panose="020B0503020204020204" pitchFamily="34" charset="-122"/>
                <a:ea typeface="微软雅黑" panose="020B0503020204020204" pitchFamily="34" charset="-122"/>
              </a:defRPr>
            </a:lvl1pPr>
          </a:lstStyle>
          <a:p>
            <a:pPr marL="0" lvl="0"/>
            <a:r>
              <a:rPr lang="zh-CN" altLang="en-US" dirty="0"/>
              <a:t>院系：</a:t>
            </a:r>
            <a:r>
              <a:rPr lang="en-US" altLang="zh-CN" dirty="0"/>
              <a:t>XXX</a:t>
            </a:r>
            <a:endParaRPr lang="zh-CN" altLang="en-US" dirty="0"/>
          </a:p>
        </p:txBody>
      </p:sp>
    </p:spTree>
    <p:extLst>
      <p:ext uri="{BB962C8B-B14F-4D97-AF65-F5344CB8AC3E}">
        <p14:creationId xmlns:p14="http://schemas.microsoft.com/office/powerpoint/2010/main" val="10787271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a:extLst>
              <a:ext uri="{FF2B5EF4-FFF2-40B4-BE49-F238E27FC236}">
                <a16:creationId xmlns:a16="http://schemas.microsoft.com/office/drawing/2014/main" id="{4D6291A7-7416-4ABD-BDD5-1A52FB976A6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a:extLst>
              <a:ext uri="{FF2B5EF4-FFF2-40B4-BE49-F238E27FC236}">
                <a16:creationId xmlns:a16="http://schemas.microsoft.com/office/drawing/2014/main" id="{22F2AF65-774C-46B4-8BD3-F9EC13500DE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5" name="文本占位符 40">
            <a:extLst>
              <a:ext uri="{FF2B5EF4-FFF2-40B4-BE49-F238E27FC236}">
                <a16:creationId xmlns:a16="http://schemas.microsoft.com/office/drawing/2014/main" id="{E092B345-4879-4708-91A6-4E07DC6C11C0}"/>
              </a:ext>
            </a:extLst>
          </p:cNvPr>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6" name="文本占位符 40">
            <a:extLst>
              <a:ext uri="{FF2B5EF4-FFF2-40B4-BE49-F238E27FC236}">
                <a16:creationId xmlns:a16="http://schemas.microsoft.com/office/drawing/2014/main" id="{03810C05-3860-4CF4-B2C4-7B90D45455E3}"/>
              </a:ext>
            </a:extLst>
          </p:cNvPr>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7" name="文本占位符 40">
            <a:extLst>
              <a:ext uri="{FF2B5EF4-FFF2-40B4-BE49-F238E27FC236}">
                <a16:creationId xmlns:a16="http://schemas.microsoft.com/office/drawing/2014/main" id="{0A0C6CFA-9C78-45B1-B085-C2C99900D665}"/>
              </a:ext>
            </a:extLst>
          </p:cNvPr>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9" name="文本占位符 40">
            <a:extLst>
              <a:ext uri="{FF2B5EF4-FFF2-40B4-BE49-F238E27FC236}">
                <a16:creationId xmlns:a16="http://schemas.microsoft.com/office/drawing/2014/main" id="{6FA729E4-5DE0-4287-AF67-5FB2109F1BB2}"/>
              </a:ext>
            </a:extLst>
          </p:cNvPr>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50" name="文本框 49">
            <a:extLst>
              <a:ext uri="{FF2B5EF4-FFF2-40B4-BE49-F238E27FC236}">
                <a16:creationId xmlns:a16="http://schemas.microsoft.com/office/drawing/2014/main" id="{56A38F7D-163D-40CF-868C-B65E57289CD7}"/>
              </a:ext>
            </a:extLst>
          </p:cNvPr>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a:extLst>
              <a:ext uri="{FF2B5EF4-FFF2-40B4-BE49-F238E27FC236}">
                <a16:creationId xmlns:a16="http://schemas.microsoft.com/office/drawing/2014/main" id="{CDED66E5-4D15-407E-B9E9-A0489B585942}"/>
              </a:ext>
            </a:extLst>
          </p:cNvPr>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a:extLst>
              <a:ext uri="{FF2B5EF4-FFF2-40B4-BE49-F238E27FC236}">
                <a16:creationId xmlns:a16="http://schemas.microsoft.com/office/drawing/2014/main" id="{507C5DA2-D768-4F0B-A91A-C33F1FD9102B}"/>
              </a:ext>
            </a:extLst>
          </p:cNvPr>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a:extLst>
              <a:ext uri="{FF2B5EF4-FFF2-40B4-BE49-F238E27FC236}">
                <a16:creationId xmlns:a16="http://schemas.microsoft.com/office/drawing/2014/main" id="{A511A62B-B193-4739-A793-D7002B471A43}"/>
              </a:ext>
            </a:extLst>
          </p:cNvPr>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a:extLst>
              <a:ext uri="{FF2B5EF4-FFF2-40B4-BE49-F238E27FC236}">
                <a16:creationId xmlns:a16="http://schemas.microsoft.com/office/drawing/2014/main" id="{50134B45-47D8-49EC-B2C4-4ECBF0176BD7}"/>
              </a:ext>
            </a:extLst>
          </p:cNvPr>
          <p:cNvGrpSpPr/>
          <p:nvPr userDrawn="1"/>
        </p:nvGrpSpPr>
        <p:grpSpPr>
          <a:xfrm>
            <a:off x="2425132" y="3183822"/>
            <a:ext cx="1945700" cy="1941162"/>
            <a:chOff x="2105799" y="20055838"/>
            <a:chExt cx="6748090" cy="6732363"/>
          </a:xfrm>
          <a:solidFill>
            <a:schemeClr val="accent1"/>
          </a:solidFill>
        </p:grpSpPr>
        <p:sp>
          <p:nvSpPr>
            <p:cNvPr id="57" name="Freeform 8">
              <a:extLst>
                <a:ext uri="{FF2B5EF4-FFF2-40B4-BE49-F238E27FC236}">
                  <a16:creationId xmlns:a16="http://schemas.microsoft.com/office/drawing/2014/main" id="{3AFA21E4-54E4-474B-AB1C-59ABBA29DA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42">
              <a:extLst>
                <a:ext uri="{FF2B5EF4-FFF2-40B4-BE49-F238E27FC236}">
                  <a16:creationId xmlns:a16="http://schemas.microsoft.com/office/drawing/2014/main" id="{38B24B0A-5539-4D2D-A7DD-73E521128A7A}"/>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43">
              <a:extLst>
                <a:ext uri="{FF2B5EF4-FFF2-40B4-BE49-F238E27FC236}">
                  <a16:creationId xmlns:a16="http://schemas.microsoft.com/office/drawing/2014/main" id="{E0E9CC68-E749-47CC-8EEF-B8B1D81C1F03}"/>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44">
              <a:extLst>
                <a:ext uri="{FF2B5EF4-FFF2-40B4-BE49-F238E27FC236}">
                  <a16:creationId xmlns:a16="http://schemas.microsoft.com/office/drawing/2014/main" id="{DB2F8014-13A0-4EED-9E54-018B50E7499E}"/>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45">
              <a:extLst>
                <a:ext uri="{FF2B5EF4-FFF2-40B4-BE49-F238E27FC236}">
                  <a16:creationId xmlns:a16="http://schemas.microsoft.com/office/drawing/2014/main" id="{74ABE961-157F-44CB-B98E-6BC13D4BE11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46">
              <a:extLst>
                <a:ext uri="{FF2B5EF4-FFF2-40B4-BE49-F238E27FC236}">
                  <a16:creationId xmlns:a16="http://schemas.microsoft.com/office/drawing/2014/main" id="{A8EDD165-034A-405C-8387-D78D2A7E5008}"/>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47">
              <a:extLst>
                <a:ext uri="{FF2B5EF4-FFF2-40B4-BE49-F238E27FC236}">
                  <a16:creationId xmlns:a16="http://schemas.microsoft.com/office/drawing/2014/main" id="{7B6C6F1F-1F3E-4FDB-922F-9463383773F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48">
              <a:extLst>
                <a:ext uri="{FF2B5EF4-FFF2-40B4-BE49-F238E27FC236}">
                  <a16:creationId xmlns:a16="http://schemas.microsoft.com/office/drawing/2014/main" id="{29FCF922-820E-4CDB-86F9-1B2BFFAC1EB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49">
              <a:extLst>
                <a:ext uri="{FF2B5EF4-FFF2-40B4-BE49-F238E27FC236}">
                  <a16:creationId xmlns:a16="http://schemas.microsoft.com/office/drawing/2014/main" id="{BC9F70C6-EC0D-4FF5-BC12-B628A56E4AC2}"/>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0">
              <a:extLst>
                <a:ext uri="{FF2B5EF4-FFF2-40B4-BE49-F238E27FC236}">
                  <a16:creationId xmlns:a16="http://schemas.microsoft.com/office/drawing/2014/main" id="{22C93A2B-D2C4-4B41-AED7-1C8A35C4F4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51">
              <a:extLst>
                <a:ext uri="{FF2B5EF4-FFF2-40B4-BE49-F238E27FC236}">
                  <a16:creationId xmlns:a16="http://schemas.microsoft.com/office/drawing/2014/main" id="{49AA6AE9-EE4E-4805-8DAD-3192F29A00F6}"/>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52">
              <a:extLst>
                <a:ext uri="{FF2B5EF4-FFF2-40B4-BE49-F238E27FC236}">
                  <a16:creationId xmlns:a16="http://schemas.microsoft.com/office/drawing/2014/main" id="{58F96C6B-EC74-4E2B-BEFE-85CD9E272B8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53">
              <a:extLst>
                <a:ext uri="{FF2B5EF4-FFF2-40B4-BE49-F238E27FC236}">
                  <a16:creationId xmlns:a16="http://schemas.microsoft.com/office/drawing/2014/main" id="{B0809F50-496A-4255-B4DE-C9A321AB701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54">
              <a:extLst>
                <a:ext uri="{FF2B5EF4-FFF2-40B4-BE49-F238E27FC236}">
                  <a16:creationId xmlns:a16="http://schemas.microsoft.com/office/drawing/2014/main" id="{9F87CF65-112C-4ABD-B2D1-00BAFED667A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55">
              <a:extLst>
                <a:ext uri="{FF2B5EF4-FFF2-40B4-BE49-F238E27FC236}">
                  <a16:creationId xmlns:a16="http://schemas.microsoft.com/office/drawing/2014/main" id="{51971117-C1ED-4363-98CD-BF4F681FEB2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2" name="Freeform 56">
              <a:extLst>
                <a:ext uri="{FF2B5EF4-FFF2-40B4-BE49-F238E27FC236}">
                  <a16:creationId xmlns:a16="http://schemas.microsoft.com/office/drawing/2014/main" id="{A9659DA4-2A51-43A6-922C-5D9741A264C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3" name="Freeform 57">
              <a:extLst>
                <a:ext uri="{FF2B5EF4-FFF2-40B4-BE49-F238E27FC236}">
                  <a16:creationId xmlns:a16="http://schemas.microsoft.com/office/drawing/2014/main" id="{6D2AD94D-A2FC-47E6-9333-74F53AD4AD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4" name="Freeform 58">
              <a:extLst>
                <a:ext uri="{FF2B5EF4-FFF2-40B4-BE49-F238E27FC236}">
                  <a16:creationId xmlns:a16="http://schemas.microsoft.com/office/drawing/2014/main" id="{FBF04BC2-9173-4560-A801-C3E77FAFAD0D}"/>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5" name="Freeform 59">
              <a:extLst>
                <a:ext uri="{FF2B5EF4-FFF2-40B4-BE49-F238E27FC236}">
                  <a16:creationId xmlns:a16="http://schemas.microsoft.com/office/drawing/2014/main" id="{10B5FD19-1004-4FBB-A735-BADE89DBC32F}"/>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6" name="Freeform 60">
              <a:extLst>
                <a:ext uri="{FF2B5EF4-FFF2-40B4-BE49-F238E27FC236}">
                  <a16:creationId xmlns:a16="http://schemas.microsoft.com/office/drawing/2014/main" id="{E46D3E77-3956-4899-9133-7E5AB0838600}"/>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7" name="Freeform 61">
              <a:extLst>
                <a:ext uri="{FF2B5EF4-FFF2-40B4-BE49-F238E27FC236}">
                  <a16:creationId xmlns:a16="http://schemas.microsoft.com/office/drawing/2014/main" id="{8EC0140A-1488-4FC2-A47E-78B02853636C}"/>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8" name="Freeform 62">
              <a:extLst>
                <a:ext uri="{FF2B5EF4-FFF2-40B4-BE49-F238E27FC236}">
                  <a16:creationId xmlns:a16="http://schemas.microsoft.com/office/drawing/2014/main" id="{03F5EEE1-8308-4F13-B04A-6876990D565D}"/>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9" name="Freeform 71">
              <a:extLst>
                <a:ext uri="{FF2B5EF4-FFF2-40B4-BE49-F238E27FC236}">
                  <a16:creationId xmlns:a16="http://schemas.microsoft.com/office/drawing/2014/main" id="{AB75AD00-AB3C-43A5-A617-D40ADF65DFE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32556573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目录-5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71" name="矩形 70">
            <a:extLst>
              <a:ext uri="{FF2B5EF4-FFF2-40B4-BE49-F238E27FC236}">
                <a16:creationId xmlns:a16="http://schemas.microsoft.com/office/drawing/2014/main" id="{1DEB25A3-6BFF-4215-894B-71D6E2DD833C}"/>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a:extLst>
              <a:ext uri="{FF2B5EF4-FFF2-40B4-BE49-F238E27FC236}">
                <a16:creationId xmlns:a16="http://schemas.microsoft.com/office/drawing/2014/main" id="{E8917928-9484-40B9-8C50-C1CA090DFE44}"/>
              </a:ext>
            </a:extLst>
          </p:cNvPr>
          <p:cNvGrpSpPr/>
          <p:nvPr userDrawn="1"/>
        </p:nvGrpSpPr>
        <p:grpSpPr>
          <a:xfrm>
            <a:off x="2425132" y="3183822"/>
            <a:ext cx="1945700" cy="1941162"/>
            <a:chOff x="2105799" y="20055838"/>
            <a:chExt cx="6748090" cy="6732363"/>
          </a:xfrm>
          <a:solidFill>
            <a:schemeClr val="accent1"/>
          </a:solidFill>
        </p:grpSpPr>
        <p:sp>
          <p:nvSpPr>
            <p:cNvPr id="48" name="Freeform 8">
              <a:extLst>
                <a:ext uri="{FF2B5EF4-FFF2-40B4-BE49-F238E27FC236}">
                  <a16:creationId xmlns:a16="http://schemas.microsoft.com/office/drawing/2014/main" id="{59086FAE-7BCE-4F42-BEAF-83E039527D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49" name="Freeform 42">
              <a:extLst>
                <a:ext uri="{FF2B5EF4-FFF2-40B4-BE49-F238E27FC236}">
                  <a16:creationId xmlns:a16="http://schemas.microsoft.com/office/drawing/2014/main" id="{10B13E90-F439-48CA-AD95-7138BB9F29B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0" name="Freeform 43">
              <a:extLst>
                <a:ext uri="{FF2B5EF4-FFF2-40B4-BE49-F238E27FC236}">
                  <a16:creationId xmlns:a16="http://schemas.microsoft.com/office/drawing/2014/main" id="{5F0B2961-18DD-4861-8D52-0A383ECCB08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1" name="Freeform 44">
              <a:extLst>
                <a:ext uri="{FF2B5EF4-FFF2-40B4-BE49-F238E27FC236}">
                  <a16:creationId xmlns:a16="http://schemas.microsoft.com/office/drawing/2014/main" id="{AB5B5CF7-72A5-4E9E-BD84-D5722080E3A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2" name="Freeform 45">
              <a:extLst>
                <a:ext uri="{FF2B5EF4-FFF2-40B4-BE49-F238E27FC236}">
                  <a16:creationId xmlns:a16="http://schemas.microsoft.com/office/drawing/2014/main" id="{B40B6773-5AF3-4B78-A875-0F1C89DBCBD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3" name="Freeform 46">
              <a:extLst>
                <a:ext uri="{FF2B5EF4-FFF2-40B4-BE49-F238E27FC236}">
                  <a16:creationId xmlns:a16="http://schemas.microsoft.com/office/drawing/2014/main" id="{211E77CF-A371-4394-80EE-A23B8E761CF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4" name="Freeform 47">
              <a:extLst>
                <a:ext uri="{FF2B5EF4-FFF2-40B4-BE49-F238E27FC236}">
                  <a16:creationId xmlns:a16="http://schemas.microsoft.com/office/drawing/2014/main" id="{24C2E5AA-B456-402D-AACB-CF50F586373D}"/>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5" name="Freeform 48">
              <a:extLst>
                <a:ext uri="{FF2B5EF4-FFF2-40B4-BE49-F238E27FC236}">
                  <a16:creationId xmlns:a16="http://schemas.microsoft.com/office/drawing/2014/main" id="{5CEFFC85-E9B5-40DB-A773-6AA641A5EA9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6" name="Freeform 49">
              <a:extLst>
                <a:ext uri="{FF2B5EF4-FFF2-40B4-BE49-F238E27FC236}">
                  <a16:creationId xmlns:a16="http://schemas.microsoft.com/office/drawing/2014/main" id="{DF550AC9-9345-4B32-A0CD-DA983D3011C1}"/>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7" name="Freeform 50">
              <a:extLst>
                <a:ext uri="{FF2B5EF4-FFF2-40B4-BE49-F238E27FC236}">
                  <a16:creationId xmlns:a16="http://schemas.microsoft.com/office/drawing/2014/main" id="{29471116-16CF-4D64-B565-49C15F226E2A}"/>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8" name="Freeform 51">
              <a:extLst>
                <a:ext uri="{FF2B5EF4-FFF2-40B4-BE49-F238E27FC236}">
                  <a16:creationId xmlns:a16="http://schemas.microsoft.com/office/drawing/2014/main" id="{9E60588D-9746-4C96-BB9F-CD0875FA3CF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59" name="Freeform 52">
              <a:extLst>
                <a:ext uri="{FF2B5EF4-FFF2-40B4-BE49-F238E27FC236}">
                  <a16:creationId xmlns:a16="http://schemas.microsoft.com/office/drawing/2014/main" id="{8D2145FF-BFA9-4FEA-9430-C2F6CFF9B9A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0" name="Freeform 53">
              <a:extLst>
                <a:ext uri="{FF2B5EF4-FFF2-40B4-BE49-F238E27FC236}">
                  <a16:creationId xmlns:a16="http://schemas.microsoft.com/office/drawing/2014/main" id="{31731D7D-B614-4B40-BD98-92032FFEDC84}"/>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1" name="Freeform 54">
              <a:extLst>
                <a:ext uri="{FF2B5EF4-FFF2-40B4-BE49-F238E27FC236}">
                  <a16:creationId xmlns:a16="http://schemas.microsoft.com/office/drawing/2014/main" id="{85133ADC-E731-46F5-90AB-E151D742530F}"/>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2" name="Freeform 55">
              <a:extLst>
                <a:ext uri="{FF2B5EF4-FFF2-40B4-BE49-F238E27FC236}">
                  <a16:creationId xmlns:a16="http://schemas.microsoft.com/office/drawing/2014/main" id="{8A62A99D-E0DB-4111-9FEB-3E4F6344232D}"/>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3" name="Freeform 56">
              <a:extLst>
                <a:ext uri="{FF2B5EF4-FFF2-40B4-BE49-F238E27FC236}">
                  <a16:creationId xmlns:a16="http://schemas.microsoft.com/office/drawing/2014/main" id="{F80FCAD7-78A2-4243-97E5-91414F895B41}"/>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4" name="Freeform 57">
              <a:extLst>
                <a:ext uri="{FF2B5EF4-FFF2-40B4-BE49-F238E27FC236}">
                  <a16:creationId xmlns:a16="http://schemas.microsoft.com/office/drawing/2014/main" id="{BCEB97F9-5E6D-4143-A326-123BB40920E4}"/>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5" name="Freeform 58">
              <a:extLst>
                <a:ext uri="{FF2B5EF4-FFF2-40B4-BE49-F238E27FC236}">
                  <a16:creationId xmlns:a16="http://schemas.microsoft.com/office/drawing/2014/main" id="{A0EC93B7-5F9E-4596-A0B4-56E551810B41}"/>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6" name="Freeform 59">
              <a:extLst>
                <a:ext uri="{FF2B5EF4-FFF2-40B4-BE49-F238E27FC236}">
                  <a16:creationId xmlns:a16="http://schemas.microsoft.com/office/drawing/2014/main" id="{9CB41E21-FEE3-4D2D-9551-B88C07BC03E5}"/>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60">
              <a:extLst>
                <a:ext uri="{FF2B5EF4-FFF2-40B4-BE49-F238E27FC236}">
                  <a16:creationId xmlns:a16="http://schemas.microsoft.com/office/drawing/2014/main" id="{55D43798-13B8-4DAF-98D6-284AD8D22E66}"/>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61">
              <a:extLst>
                <a:ext uri="{FF2B5EF4-FFF2-40B4-BE49-F238E27FC236}">
                  <a16:creationId xmlns:a16="http://schemas.microsoft.com/office/drawing/2014/main" id="{8CA5B0FD-C8F6-426F-AC2B-522A58FE00FD}"/>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62">
              <a:extLst>
                <a:ext uri="{FF2B5EF4-FFF2-40B4-BE49-F238E27FC236}">
                  <a16:creationId xmlns:a16="http://schemas.microsoft.com/office/drawing/2014/main" id="{F7A64D83-8794-4383-B608-9C794C6FA37F}"/>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0" name="Freeform 71">
              <a:extLst>
                <a:ext uri="{FF2B5EF4-FFF2-40B4-BE49-F238E27FC236}">
                  <a16:creationId xmlns:a16="http://schemas.microsoft.com/office/drawing/2014/main" id="{98DEF15F-7ADA-4CD6-AE2B-F2091812707E}"/>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Tree>
    <p:extLst>
      <p:ext uri="{BB962C8B-B14F-4D97-AF65-F5344CB8AC3E}">
        <p14:creationId xmlns:p14="http://schemas.microsoft.com/office/powerpoint/2010/main" val="7612308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目录-6部分">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07DDBCB7-E991-46B4-8485-8E5161A9C4C0}"/>
              </a:ext>
            </a:extLst>
          </p:cNvPr>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pic>
        <p:nvPicPr>
          <p:cNvPr id="35" name="图形 34">
            <a:extLst>
              <a:ext uri="{FF2B5EF4-FFF2-40B4-BE49-F238E27FC236}">
                <a16:creationId xmlns:a16="http://schemas.microsoft.com/office/drawing/2014/main" id="{3A501E88-F75F-4CDF-AE88-C91E47187A1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a:extLst>
              <a:ext uri="{FF2B5EF4-FFF2-40B4-BE49-F238E27FC236}">
                <a16:creationId xmlns:a16="http://schemas.microsoft.com/office/drawing/2014/main" id="{9641EC2A-644C-47E6-9137-85F1FC0E3567}"/>
              </a:ext>
            </a:extLst>
          </p:cNvPr>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8" name="组合 7">
            <a:extLst>
              <a:ext uri="{FF2B5EF4-FFF2-40B4-BE49-F238E27FC236}">
                <a16:creationId xmlns:a16="http://schemas.microsoft.com/office/drawing/2014/main" id="{ED8836D6-4104-415F-A6DA-0E694613F791}"/>
              </a:ext>
            </a:extLst>
          </p:cNvPr>
          <p:cNvGrpSpPr/>
          <p:nvPr userDrawn="1"/>
        </p:nvGrpSpPr>
        <p:grpSpPr>
          <a:xfrm>
            <a:off x="2296213" y="1033221"/>
            <a:ext cx="2354895" cy="1876405"/>
            <a:chOff x="2202591" y="1033221"/>
            <a:chExt cx="2354895" cy="1876405"/>
          </a:xfrm>
        </p:grpSpPr>
        <p:sp>
          <p:nvSpPr>
            <p:cNvPr id="9" name="标题 1">
              <a:extLst>
                <a:ext uri="{FF2B5EF4-FFF2-40B4-BE49-F238E27FC236}">
                  <a16:creationId xmlns:a16="http://schemas.microsoft.com/office/drawing/2014/main" id="{1E5B2D9B-48E4-45CC-A328-3F68B6E6DD69}"/>
                </a:ext>
              </a:extLst>
            </p:cNvPr>
            <p:cNvSpPr txBox="1">
              <a:spLocks/>
            </p:cNvSpPr>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zh-CN" altLang="en-US"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F0502020204030204"/>
                <a:ea typeface="Microsoft YaHei"/>
                <a:cs typeface="+mn-ea"/>
                <a:sym typeface="+mn-lt"/>
              </a:endParaRPr>
            </a:p>
          </p:txBody>
        </p:sp>
        <p:sp>
          <p:nvSpPr>
            <p:cNvPr id="10" name="文本框 9">
              <a:extLst>
                <a:ext uri="{FF2B5EF4-FFF2-40B4-BE49-F238E27FC236}">
                  <a16:creationId xmlns:a16="http://schemas.microsoft.com/office/drawing/2014/main" id="{BE44CE6C-A329-4948-8A82-1DEFBD1A051B}"/>
                </a:ext>
              </a:extLst>
            </p:cNvPr>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F0502020204030204"/>
                <a:ea typeface="Microsoft YaHei"/>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20" normalizeH="0" baseline="0" noProof="0" dirty="0">
                <a:ln>
                  <a:noFill/>
                </a:ln>
                <a:solidFill>
                  <a:schemeClr val="accent1"/>
                </a:solidFill>
                <a:effectLst/>
                <a:uLnTx/>
                <a:uFillTx/>
                <a:latin typeface="Arial" panose="020F0502020204030204"/>
                <a:ea typeface="Microsoft YaHei"/>
                <a:cs typeface="+mn-ea"/>
                <a:sym typeface="+mn-lt"/>
              </a:endParaRPr>
            </a:p>
          </p:txBody>
        </p:sp>
      </p:grpSp>
      <p:grpSp>
        <p:nvGrpSpPr>
          <p:cNvPr id="11" name="组合 10">
            <a:extLst>
              <a:ext uri="{FF2B5EF4-FFF2-40B4-BE49-F238E27FC236}">
                <a16:creationId xmlns:a16="http://schemas.microsoft.com/office/drawing/2014/main" id="{58D2D447-3244-41E4-A676-38C4ED0BA81A}"/>
              </a:ext>
            </a:extLst>
          </p:cNvPr>
          <p:cNvGrpSpPr/>
          <p:nvPr userDrawn="1"/>
        </p:nvGrpSpPr>
        <p:grpSpPr>
          <a:xfrm>
            <a:off x="2425132" y="3183822"/>
            <a:ext cx="1945700" cy="1941162"/>
            <a:chOff x="2105799" y="20055838"/>
            <a:chExt cx="6748090" cy="6732363"/>
          </a:xfrm>
          <a:solidFill>
            <a:schemeClr val="accent1"/>
          </a:solidFill>
        </p:grpSpPr>
        <p:sp>
          <p:nvSpPr>
            <p:cNvPr id="12" name="Freeform 8">
              <a:extLst>
                <a:ext uri="{FF2B5EF4-FFF2-40B4-BE49-F238E27FC236}">
                  <a16:creationId xmlns:a16="http://schemas.microsoft.com/office/drawing/2014/main" id="{9AA64509-AACF-40D4-B9A9-B88859BA8568}"/>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 name="Freeform 42">
              <a:extLst>
                <a:ext uri="{FF2B5EF4-FFF2-40B4-BE49-F238E27FC236}">
                  <a16:creationId xmlns:a16="http://schemas.microsoft.com/office/drawing/2014/main" id="{F96E3831-BAD6-495D-9EB0-9AF4F9E4AA14}"/>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 name="Freeform 43">
              <a:extLst>
                <a:ext uri="{FF2B5EF4-FFF2-40B4-BE49-F238E27FC236}">
                  <a16:creationId xmlns:a16="http://schemas.microsoft.com/office/drawing/2014/main" id="{3F1B9F65-74B2-4321-AF02-F2775CA32BF6}"/>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5" name="Freeform 44">
              <a:extLst>
                <a:ext uri="{FF2B5EF4-FFF2-40B4-BE49-F238E27FC236}">
                  <a16:creationId xmlns:a16="http://schemas.microsoft.com/office/drawing/2014/main" id="{FE06968D-A503-4A41-8AFB-7D81E20035BD}"/>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6" name="Freeform 45">
              <a:extLst>
                <a:ext uri="{FF2B5EF4-FFF2-40B4-BE49-F238E27FC236}">
                  <a16:creationId xmlns:a16="http://schemas.microsoft.com/office/drawing/2014/main" id="{3C3EA8C8-7562-473E-AA9E-E46E885B1C64}"/>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7" name="Freeform 46">
              <a:extLst>
                <a:ext uri="{FF2B5EF4-FFF2-40B4-BE49-F238E27FC236}">
                  <a16:creationId xmlns:a16="http://schemas.microsoft.com/office/drawing/2014/main" id="{C0C84DE1-C4B4-4D09-BD06-05AEFB9791EF}"/>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8" name="Freeform 47">
              <a:extLst>
                <a:ext uri="{FF2B5EF4-FFF2-40B4-BE49-F238E27FC236}">
                  <a16:creationId xmlns:a16="http://schemas.microsoft.com/office/drawing/2014/main" id="{65F4A63D-2ED8-4FC9-B6B2-5F5EFDFB9E4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9" name="Freeform 48">
              <a:extLst>
                <a:ext uri="{FF2B5EF4-FFF2-40B4-BE49-F238E27FC236}">
                  <a16:creationId xmlns:a16="http://schemas.microsoft.com/office/drawing/2014/main" id="{30943538-8677-44DF-9F6E-134AE82AAF86}"/>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0" name="Freeform 49">
              <a:extLst>
                <a:ext uri="{FF2B5EF4-FFF2-40B4-BE49-F238E27FC236}">
                  <a16:creationId xmlns:a16="http://schemas.microsoft.com/office/drawing/2014/main" id="{13907DDE-205F-4FB4-AFBD-67ED1FEBA24B}"/>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1" name="Freeform 50">
              <a:extLst>
                <a:ext uri="{FF2B5EF4-FFF2-40B4-BE49-F238E27FC236}">
                  <a16:creationId xmlns:a16="http://schemas.microsoft.com/office/drawing/2014/main" id="{08C2EE5C-263D-44B6-9CDF-3DA614AED668}"/>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2" name="Freeform 51">
              <a:extLst>
                <a:ext uri="{FF2B5EF4-FFF2-40B4-BE49-F238E27FC236}">
                  <a16:creationId xmlns:a16="http://schemas.microsoft.com/office/drawing/2014/main" id="{1BC3085B-1BA9-42A1-8148-C79B13CD3100}"/>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3" name="Freeform 52">
              <a:extLst>
                <a:ext uri="{FF2B5EF4-FFF2-40B4-BE49-F238E27FC236}">
                  <a16:creationId xmlns:a16="http://schemas.microsoft.com/office/drawing/2014/main" id="{21A74121-72BF-4931-9059-F6BE796C5DE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4" name="Freeform 53">
              <a:extLst>
                <a:ext uri="{FF2B5EF4-FFF2-40B4-BE49-F238E27FC236}">
                  <a16:creationId xmlns:a16="http://schemas.microsoft.com/office/drawing/2014/main" id="{7BF25357-75D2-4264-87FF-6936CFBB281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5" name="Freeform 54">
              <a:extLst>
                <a:ext uri="{FF2B5EF4-FFF2-40B4-BE49-F238E27FC236}">
                  <a16:creationId xmlns:a16="http://schemas.microsoft.com/office/drawing/2014/main" id="{6706F8B4-5F38-4B1E-8AC8-060D5CAF4285}"/>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6" name="Freeform 55">
              <a:extLst>
                <a:ext uri="{FF2B5EF4-FFF2-40B4-BE49-F238E27FC236}">
                  <a16:creationId xmlns:a16="http://schemas.microsoft.com/office/drawing/2014/main" id="{DC3F3881-E2C2-4250-9657-EFA4447E80A7}"/>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7" name="Freeform 56">
              <a:extLst>
                <a:ext uri="{FF2B5EF4-FFF2-40B4-BE49-F238E27FC236}">
                  <a16:creationId xmlns:a16="http://schemas.microsoft.com/office/drawing/2014/main" id="{88FE206D-A977-476A-B4CA-99B073947EB7}"/>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8" name="Freeform 57">
              <a:extLst>
                <a:ext uri="{FF2B5EF4-FFF2-40B4-BE49-F238E27FC236}">
                  <a16:creationId xmlns:a16="http://schemas.microsoft.com/office/drawing/2014/main" id="{B06997A0-DFD7-47F0-8C39-4B885713EF3D}"/>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29" name="Freeform 58">
              <a:extLst>
                <a:ext uri="{FF2B5EF4-FFF2-40B4-BE49-F238E27FC236}">
                  <a16:creationId xmlns:a16="http://schemas.microsoft.com/office/drawing/2014/main" id="{90D9C13C-38D7-4151-B068-07D32EBBA1E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0" name="Freeform 59">
              <a:extLst>
                <a:ext uri="{FF2B5EF4-FFF2-40B4-BE49-F238E27FC236}">
                  <a16:creationId xmlns:a16="http://schemas.microsoft.com/office/drawing/2014/main" id="{6C00BB8F-C378-44EC-B555-754A4EE766D8}"/>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1" name="Freeform 60">
              <a:extLst>
                <a:ext uri="{FF2B5EF4-FFF2-40B4-BE49-F238E27FC236}">
                  <a16:creationId xmlns:a16="http://schemas.microsoft.com/office/drawing/2014/main" id="{8731A85C-7C9F-4BF0-856E-375403FD4484}"/>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2" name="Freeform 61">
              <a:extLst>
                <a:ext uri="{FF2B5EF4-FFF2-40B4-BE49-F238E27FC236}">
                  <a16:creationId xmlns:a16="http://schemas.microsoft.com/office/drawing/2014/main" id="{FA502E58-9B89-4DF1-AE1D-3CFDAC1F161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3" name="Freeform 62">
              <a:extLst>
                <a:ext uri="{FF2B5EF4-FFF2-40B4-BE49-F238E27FC236}">
                  <a16:creationId xmlns:a16="http://schemas.microsoft.com/office/drawing/2014/main" id="{CCA61D46-09FC-4512-9A7A-A84ED3A0BFF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34" name="Freeform 71">
              <a:extLst>
                <a:ext uri="{FF2B5EF4-FFF2-40B4-BE49-F238E27FC236}">
                  <a16:creationId xmlns:a16="http://schemas.microsoft.com/office/drawing/2014/main" id="{8146A89A-2BA7-4B57-8E40-2BE9834C80DA}"/>
                </a:ext>
              </a:extLst>
            </p:cNvPr>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panose="020F0502020204030204"/>
                <a:ea typeface="Microsoft YaHei"/>
                <a:cs typeface="+mn-ea"/>
                <a:sym typeface="+mn-lt"/>
              </a:endParaRPr>
            </a:p>
          </p:txBody>
        </p:sp>
      </p:grpSp>
      <p:sp>
        <p:nvSpPr>
          <p:cNvPr id="41" name="文本占位符 40">
            <a:extLst>
              <a:ext uri="{FF2B5EF4-FFF2-40B4-BE49-F238E27FC236}">
                <a16:creationId xmlns:a16="http://schemas.microsoft.com/office/drawing/2014/main" id="{1DDB07A2-0BEC-42D8-BCBF-4274AF207FC0}"/>
              </a:ext>
            </a:extLst>
          </p:cNvPr>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2" name="文本占位符 40">
            <a:extLst>
              <a:ext uri="{FF2B5EF4-FFF2-40B4-BE49-F238E27FC236}">
                <a16:creationId xmlns:a16="http://schemas.microsoft.com/office/drawing/2014/main" id="{3EE8ADE6-8EEE-4661-B83E-89A22DA1686F}"/>
              </a:ext>
            </a:extLst>
          </p:cNvPr>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3" name="文本占位符 40">
            <a:extLst>
              <a:ext uri="{FF2B5EF4-FFF2-40B4-BE49-F238E27FC236}">
                <a16:creationId xmlns:a16="http://schemas.microsoft.com/office/drawing/2014/main" id="{B8DAAE4E-CF42-40B4-8C0C-8AA671368AD5}"/>
              </a:ext>
            </a:extLst>
          </p:cNvPr>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4" name="文本占位符 40">
            <a:extLst>
              <a:ext uri="{FF2B5EF4-FFF2-40B4-BE49-F238E27FC236}">
                <a16:creationId xmlns:a16="http://schemas.microsoft.com/office/drawing/2014/main" id="{B3C1ED7C-5023-48FE-A05C-E9687671B32A}"/>
              </a:ext>
            </a:extLst>
          </p:cNvPr>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36" name="文本占位符 40">
            <a:extLst>
              <a:ext uri="{FF2B5EF4-FFF2-40B4-BE49-F238E27FC236}">
                <a16:creationId xmlns:a16="http://schemas.microsoft.com/office/drawing/2014/main" id="{043E6D5F-05DE-429A-8D64-78A20E1D046B}"/>
              </a:ext>
            </a:extLst>
          </p:cNvPr>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2" name="文本框 1">
            <a:extLst>
              <a:ext uri="{FF2B5EF4-FFF2-40B4-BE49-F238E27FC236}">
                <a16:creationId xmlns:a16="http://schemas.microsoft.com/office/drawing/2014/main" id="{E701414C-90A5-4AF7-93FE-51CC5323E071}"/>
              </a:ext>
            </a:extLst>
          </p:cNvPr>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a:extLst>
              <a:ext uri="{FF2B5EF4-FFF2-40B4-BE49-F238E27FC236}">
                <a16:creationId xmlns:a16="http://schemas.microsoft.com/office/drawing/2014/main" id="{08D10D4D-0807-49B3-87E5-6308A249C47B}"/>
              </a:ext>
            </a:extLst>
          </p:cNvPr>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a:extLst>
              <a:ext uri="{FF2B5EF4-FFF2-40B4-BE49-F238E27FC236}">
                <a16:creationId xmlns:a16="http://schemas.microsoft.com/office/drawing/2014/main" id="{20A25C77-BB9D-4A78-AE04-B2060C1854F0}"/>
              </a:ext>
            </a:extLst>
          </p:cNvPr>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a:extLst>
              <a:ext uri="{FF2B5EF4-FFF2-40B4-BE49-F238E27FC236}">
                <a16:creationId xmlns:a16="http://schemas.microsoft.com/office/drawing/2014/main" id="{7F7858D3-EB29-4574-9887-04007DDF5A0B}"/>
              </a:ext>
            </a:extLst>
          </p:cNvPr>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a:extLst>
              <a:ext uri="{FF2B5EF4-FFF2-40B4-BE49-F238E27FC236}">
                <a16:creationId xmlns:a16="http://schemas.microsoft.com/office/drawing/2014/main" id="{9E5C5056-284F-4DF8-8EBF-ED594C24CE32}"/>
              </a:ext>
            </a:extLst>
          </p:cNvPr>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a:extLst>
              <a:ext uri="{FF2B5EF4-FFF2-40B4-BE49-F238E27FC236}">
                <a16:creationId xmlns:a16="http://schemas.microsoft.com/office/drawing/2014/main" id="{DE6C1D1C-BBCF-4A55-BE60-5C9BEA569916}"/>
              </a:ext>
            </a:extLst>
          </p:cNvPr>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a:ea typeface="+mn-ea"/>
                <a:cs typeface="+mn-cs"/>
              </a:defRPr>
            </a:lvl1pPr>
            <a:lvl2pPr marL="457200" indent="0">
              <a:buNone/>
              <a:defRPr/>
            </a:lvl2pPr>
          </a:lstStyle>
          <a:p>
            <a:pPr lvl="0"/>
            <a:r>
              <a:rPr lang="zh-CN" altLang="en-US" dirty="0"/>
              <a:t>输入目录标题</a:t>
            </a:r>
          </a:p>
        </p:txBody>
      </p:sp>
      <p:sp>
        <p:nvSpPr>
          <p:cNvPr id="48" name="文本框 47">
            <a:extLst>
              <a:ext uri="{FF2B5EF4-FFF2-40B4-BE49-F238E27FC236}">
                <a16:creationId xmlns:a16="http://schemas.microsoft.com/office/drawing/2014/main" id="{9D06A1A9-0BD9-48A8-B6A6-2404F9BF51E0}"/>
              </a:ext>
            </a:extLst>
          </p:cNvPr>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spTree>
    <p:extLst>
      <p:ext uri="{BB962C8B-B14F-4D97-AF65-F5344CB8AC3E}">
        <p14:creationId xmlns:p14="http://schemas.microsoft.com/office/powerpoint/2010/main" val="2883891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cxnSp>
        <p:nvCxnSpPr>
          <p:cNvPr id="70" name="直接连接符 69">
            <a:extLst>
              <a:ext uri="{FF2B5EF4-FFF2-40B4-BE49-F238E27FC236}">
                <a16:creationId xmlns:a16="http://schemas.microsoft.com/office/drawing/2014/main" id="{52622493-1C1B-4EB2-862A-4E4822408AA0}"/>
              </a:ext>
            </a:extLst>
          </p:cNvPr>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a:extLst>
              <a:ext uri="{FF2B5EF4-FFF2-40B4-BE49-F238E27FC236}">
                <a16:creationId xmlns:a16="http://schemas.microsoft.com/office/drawing/2014/main" id="{8AA9FB39-26D8-421B-89F7-86CD2AE08CD8}"/>
              </a:ext>
            </a:extLst>
          </p:cNvPr>
          <p:cNvSpPr>
            <a:spLocks noGrp="1"/>
          </p:cNvSpPr>
          <p:nvPr userDrawn="1">
            <p:ph type="body" sz="quarter" idx="10" hasCustomPrompt="1"/>
          </p:nvPr>
        </p:nvSpPr>
        <p:spPr>
          <a:xfrm>
            <a:off x="2465501" y="2552244"/>
            <a:ext cx="5716686"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XX</a:t>
            </a:r>
            <a:endParaRPr lang="zh-CN" altLang="en-US" dirty="0"/>
          </a:p>
        </p:txBody>
      </p:sp>
      <p:sp>
        <p:nvSpPr>
          <p:cNvPr id="127" name="文本占位符 3">
            <a:extLst>
              <a:ext uri="{FF2B5EF4-FFF2-40B4-BE49-F238E27FC236}">
                <a16:creationId xmlns:a16="http://schemas.microsoft.com/office/drawing/2014/main" id="{2233AA7D-0112-4B75-9284-9FC6FC0D1D63}"/>
              </a:ext>
            </a:extLst>
          </p:cNvPr>
          <p:cNvSpPr>
            <a:spLocks noGrp="1"/>
          </p:cNvSpPr>
          <p:nvPr>
            <p:ph type="body" sz="quarter" idx="1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F0502020204030204"/>
                <a:ea typeface="Microsoft YaHei"/>
                <a:cs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输入标题文本</a:t>
            </a:r>
          </a:p>
        </p:txBody>
      </p:sp>
      <p:pic>
        <p:nvPicPr>
          <p:cNvPr id="128" name="图形 127">
            <a:extLst>
              <a:ext uri="{FF2B5EF4-FFF2-40B4-BE49-F238E27FC236}">
                <a16:creationId xmlns:a16="http://schemas.microsoft.com/office/drawing/2014/main" id="{B6E5D4A0-9D5F-45D9-899A-F03F9DFF71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a:extLst>
              <a:ext uri="{FF2B5EF4-FFF2-40B4-BE49-F238E27FC236}">
                <a16:creationId xmlns:a16="http://schemas.microsoft.com/office/drawing/2014/main" id="{2AC37DB6-BAC9-459C-B3EE-FDA00215A951}"/>
              </a:ext>
            </a:extLst>
          </p:cNvPr>
          <p:cNvGrpSpPr/>
          <p:nvPr userDrawn="1"/>
        </p:nvGrpSpPr>
        <p:grpSpPr>
          <a:xfrm>
            <a:off x="1654090" y="1145460"/>
            <a:ext cx="1477533" cy="108755"/>
            <a:chOff x="4616246" y="3878362"/>
            <a:chExt cx="5571416" cy="410087"/>
          </a:xfrm>
          <a:solidFill>
            <a:schemeClr val="tx1">
              <a:alpha val="80000"/>
            </a:schemeClr>
          </a:solidFill>
        </p:grpSpPr>
        <p:sp>
          <p:nvSpPr>
            <p:cNvPr id="63" name="Freeform 17">
              <a:extLst>
                <a:ext uri="{FF2B5EF4-FFF2-40B4-BE49-F238E27FC236}">
                  <a16:creationId xmlns:a16="http://schemas.microsoft.com/office/drawing/2014/main" id="{504FCFA3-39FB-4B2B-9BFB-25978CCCA565}"/>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4" name="Freeform 18">
              <a:extLst>
                <a:ext uri="{FF2B5EF4-FFF2-40B4-BE49-F238E27FC236}">
                  <a16:creationId xmlns:a16="http://schemas.microsoft.com/office/drawing/2014/main" id="{A3FBFB70-9C9F-4DFE-BA7E-B2EF8E855B3E}"/>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5" name="Freeform 19">
              <a:extLst>
                <a:ext uri="{FF2B5EF4-FFF2-40B4-BE49-F238E27FC236}">
                  <a16:creationId xmlns:a16="http://schemas.microsoft.com/office/drawing/2014/main" id="{598D91F9-4849-4702-91A4-5EC21EE1F3E2}"/>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7" name="Freeform 20">
              <a:extLst>
                <a:ext uri="{FF2B5EF4-FFF2-40B4-BE49-F238E27FC236}">
                  <a16:creationId xmlns:a16="http://schemas.microsoft.com/office/drawing/2014/main" id="{A3DEDF37-FABD-4768-B994-5CFB44ACF183}"/>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8" name="Freeform 21">
              <a:extLst>
                <a:ext uri="{FF2B5EF4-FFF2-40B4-BE49-F238E27FC236}">
                  <a16:creationId xmlns:a16="http://schemas.microsoft.com/office/drawing/2014/main" id="{9366BE37-2A45-4B1D-BCB3-68A2BC16F427}"/>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22">
              <a:extLst>
                <a:ext uri="{FF2B5EF4-FFF2-40B4-BE49-F238E27FC236}">
                  <a16:creationId xmlns:a16="http://schemas.microsoft.com/office/drawing/2014/main" id="{336BE8A3-3CE2-4FF2-84AE-C2A47F66283F}"/>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1" name="Freeform 23">
              <a:extLst>
                <a:ext uri="{FF2B5EF4-FFF2-40B4-BE49-F238E27FC236}">
                  <a16:creationId xmlns:a16="http://schemas.microsoft.com/office/drawing/2014/main" id="{88041DDA-AE33-4EF1-842D-F936013FB61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29" name="Freeform 25">
              <a:extLst>
                <a:ext uri="{FF2B5EF4-FFF2-40B4-BE49-F238E27FC236}">
                  <a16:creationId xmlns:a16="http://schemas.microsoft.com/office/drawing/2014/main" id="{706182FD-3EAA-45B9-93DD-BCE1670E07FA}"/>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0" name="Freeform 27">
              <a:extLst>
                <a:ext uri="{FF2B5EF4-FFF2-40B4-BE49-F238E27FC236}">
                  <a16:creationId xmlns:a16="http://schemas.microsoft.com/office/drawing/2014/main" id="{E83B3483-EA8E-4C84-9BD1-4E5F98AA9387}"/>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1" name="Freeform 29">
              <a:extLst>
                <a:ext uri="{FF2B5EF4-FFF2-40B4-BE49-F238E27FC236}">
                  <a16:creationId xmlns:a16="http://schemas.microsoft.com/office/drawing/2014/main" id="{ABD5AC87-B621-4108-92CB-D265896F5894}"/>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2" name="Freeform 30">
              <a:extLst>
                <a:ext uri="{FF2B5EF4-FFF2-40B4-BE49-F238E27FC236}">
                  <a16:creationId xmlns:a16="http://schemas.microsoft.com/office/drawing/2014/main" id="{0BB2B514-BAFC-4B2E-9426-ACF7AAF083D8}"/>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3" name="Freeform 31">
              <a:extLst>
                <a:ext uri="{FF2B5EF4-FFF2-40B4-BE49-F238E27FC236}">
                  <a16:creationId xmlns:a16="http://schemas.microsoft.com/office/drawing/2014/main" id="{95F1D8E8-509F-457F-A39C-06F7223B846F}"/>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4" name="Freeform 32">
              <a:extLst>
                <a:ext uri="{FF2B5EF4-FFF2-40B4-BE49-F238E27FC236}">
                  <a16:creationId xmlns:a16="http://schemas.microsoft.com/office/drawing/2014/main" id="{2BDC60B4-2A03-4259-99D7-D6952CF7DC70}"/>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5" name="Freeform 33">
              <a:extLst>
                <a:ext uri="{FF2B5EF4-FFF2-40B4-BE49-F238E27FC236}">
                  <a16:creationId xmlns:a16="http://schemas.microsoft.com/office/drawing/2014/main" id="{D04146B2-3540-4B26-86A2-964C8A3808E0}"/>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6" name="Freeform 34">
              <a:extLst>
                <a:ext uri="{FF2B5EF4-FFF2-40B4-BE49-F238E27FC236}">
                  <a16:creationId xmlns:a16="http://schemas.microsoft.com/office/drawing/2014/main" id="{941B3BC6-A11E-4E3B-B07D-B7635E70A572}"/>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37" name="Freeform 35">
              <a:extLst>
                <a:ext uri="{FF2B5EF4-FFF2-40B4-BE49-F238E27FC236}">
                  <a16:creationId xmlns:a16="http://schemas.microsoft.com/office/drawing/2014/main" id="{BD558C4E-8B51-4077-9535-D4EA2266CCB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38" name="组合 137">
            <a:extLst>
              <a:ext uri="{FF2B5EF4-FFF2-40B4-BE49-F238E27FC236}">
                <a16:creationId xmlns:a16="http://schemas.microsoft.com/office/drawing/2014/main" id="{38946306-BB01-47D1-85B2-D73ED91B5724}"/>
              </a:ext>
            </a:extLst>
          </p:cNvPr>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a:extLst>
                <a:ext uri="{FF2B5EF4-FFF2-40B4-BE49-F238E27FC236}">
                  <a16:creationId xmlns:a16="http://schemas.microsoft.com/office/drawing/2014/main" id="{E18931A2-267C-4A71-BE71-C188DA79BE3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0" name="Freeform 10">
              <a:extLst>
                <a:ext uri="{FF2B5EF4-FFF2-40B4-BE49-F238E27FC236}">
                  <a16:creationId xmlns:a16="http://schemas.microsoft.com/office/drawing/2014/main" id="{703B4DA1-DADE-4E2C-A526-6A13B8A77CE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1" name="Freeform 11">
              <a:extLst>
                <a:ext uri="{FF2B5EF4-FFF2-40B4-BE49-F238E27FC236}">
                  <a16:creationId xmlns:a16="http://schemas.microsoft.com/office/drawing/2014/main" id="{1B331AD2-6B35-4E0A-A20B-4A72FE3A5968}"/>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2" name="Freeform 12">
              <a:extLst>
                <a:ext uri="{FF2B5EF4-FFF2-40B4-BE49-F238E27FC236}">
                  <a16:creationId xmlns:a16="http://schemas.microsoft.com/office/drawing/2014/main" id="{FD62C409-3631-46E2-9587-CB2E648032C0}"/>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3" name="Freeform 13">
              <a:extLst>
                <a:ext uri="{FF2B5EF4-FFF2-40B4-BE49-F238E27FC236}">
                  <a16:creationId xmlns:a16="http://schemas.microsoft.com/office/drawing/2014/main" id="{55833334-4E68-4E9E-BB6D-2E9AF330F93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4" name="Freeform 14">
              <a:extLst>
                <a:ext uri="{FF2B5EF4-FFF2-40B4-BE49-F238E27FC236}">
                  <a16:creationId xmlns:a16="http://schemas.microsoft.com/office/drawing/2014/main" id="{0541028C-AF39-4761-8CCB-ED2A4989788C}"/>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5" name="Freeform 15">
              <a:extLst>
                <a:ext uri="{FF2B5EF4-FFF2-40B4-BE49-F238E27FC236}">
                  <a16:creationId xmlns:a16="http://schemas.microsoft.com/office/drawing/2014/main" id="{029E28D3-B454-45B2-9289-2968F3EBFEE6}"/>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6" name="Freeform 16">
              <a:extLst>
                <a:ext uri="{FF2B5EF4-FFF2-40B4-BE49-F238E27FC236}">
                  <a16:creationId xmlns:a16="http://schemas.microsoft.com/office/drawing/2014/main" id="{D0BB8E3B-59F6-4A01-960E-0F7B97844633}"/>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7" name="Freeform 24">
              <a:extLst>
                <a:ext uri="{FF2B5EF4-FFF2-40B4-BE49-F238E27FC236}">
                  <a16:creationId xmlns:a16="http://schemas.microsoft.com/office/drawing/2014/main" id="{05627743-9A54-4094-B73D-287771342A31}"/>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8" name="Freeform 26">
              <a:extLst>
                <a:ext uri="{FF2B5EF4-FFF2-40B4-BE49-F238E27FC236}">
                  <a16:creationId xmlns:a16="http://schemas.microsoft.com/office/drawing/2014/main" id="{699C7083-01DE-4A4B-84DD-E90155913A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28">
              <a:extLst>
                <a:ext uri="{FF2B5EF4-FFF2-40B4-BE49-F238E27FC236}">
                  <a16:creationId xmlns:a16="http://schemas.microsoft.com/office/drawing/2014/main" id="{8B40CCE1-C62C-4D51-9D8F-C4639686629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36">
              <a:extLst>
                <a:ext uri="{FF2B5EF4-FFF2-40B4-BE49-F238E27FC236}">
                  <a16:creationId xmlns:a16="http://schemas.microsoft.com/office/drawing/2014/main" id="{61179EB0-0CBF-4D6F-AAA1-7720EA90C8E5}"/>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51" name="组合 150">
            <a:extLst>
              <a:ext uri="{FF2B5EF4-FFF2-40B4-BE49-F238E27FC236}">
                <a16:creationId xmlns:a16="http://schemas.microsoft.com/office/drawing/2014/main" id="{6B04C171-0905-4BEB-B13A-7AFFEA8524C5}"/>
              </a:ext>
            </a:extLst>
          </p:cNvPr>
          <p:cNvGrpSpPr/>
          <p:nvPr userDrawn="1"/>
        </p:nvGrpSpPr>
        <p:grpSpPr>
          <a:xfrm>
            <a:off x="882188" y="613507"/>
            <a:ext cx="664422" cy="662874"/>
            <a:chOff x="2105799" y="20055838"/>
            <a:chExt cx="6748090" cy="6732363"/>
          </a:xfrm>
          <a:solidFill>
            <a:schemeClr val="accent1">
              <a:alpha val="80000"/>
            </a:schemeClr>
          </a:solidFill>
        </p:grpSpPr>
        <p:sp>
          <p:nvSpPr>
            <p:cNvPr id="152" name="Freeform 8">
              <a:extLst>
                <a:ext uri="{FF2B5EF4-FFF2-40B4-BE49-F238E27FC236}">
                  <a16:creationId xmlns:a16="http://schemas.microsoft.com/office/drawing/2014/main" id="{CE509FB2-EF54-4D15-964E-BAE3FD9A6BFA}"/>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3" name="Freeform 42">
              <a:extLst>
                <a:ext uri="{FF2B5EF4-FFF2-40B4-BE49-F238E27FC236}">
                  <a16:creationId xmlns:a16="http://schemas.microsoft.com/office/drawing/2014/main" id="{B6C8DC3B-EE8C-45F4-A99E-60D92CFF9B3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4" name="Freeform 43">
              <a:extLst>
                <a:ext uri="{FF2B5EF4-FFF2-40B4-BE49-F238E27FC236}">
                  <a16:creationId xmlns:a16="http://schemas.microsoft.com/office/drawing/2014/main" id="{650C3229-0411-4A34-96B6-2C91F8F76571}"/>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5" name="Freeform 44">
              <a:extLst>
                <a:ext uri="{FF2B5EF4-FFF2-40B4-BE49-F238E27FC236}">
                  <a16:creationId xmlns:a16="http://schemas.microsoft.com/office/drawing/2014/main" id="{223A77F5-8164-45E2-A8A5-337C1C7D6D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6" name="Freeform 45">
              <a:extLst>
                <a:ext uri="{FF2B5EF4-FFF2-40B4-BE49-F238E27FC236}">
                  <a16:creationId xmlns:a16="http://schemas.microsoft.com/office/drawing/2014/main" id="{60FC465B-2605-409D-B52E-3D0CB8A1D6F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7" name="Freeform 46">
              <a:extLst>
                <a:ext uri="{FF2B5EF4-FFF2-40B4-BE49-F238E27FC236}">
                  <a16:creationId xmlns:a16="http://schemas.microsoft.com/office/drawing/2014/main" id="{70666028-30B0-4A46-86FB-A42432CCF205}"/>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8" name="Freeform 47">
              <a:extLst>
                <a:ext uri="{FF2B5EF4-FFF2-40B4-BE49-F238E27FC236}">
                  <a16:creationId xmlns:a16="http://schemas.microsoft.com/office/drawing/2014/main" id="{66285623-1ECC-4019-998B-0FFEC53E1FEB}"/>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59" name="Freeform 48">
              <a:extLst>
                <a:ext uri="{FF2B5EF4-FFF2-40B4-BE49-F238E27FC236}">
                  <a16:creationId xmlns:a16="http://schemas.microsoft.com/office/drawing/2014/main" id="{DE28096A-EBC6-48DC-B28E-FDF15022B522}"/>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0" name="Freeform 49">
              <a:extLst>
                <a:ext uri="{FF2B5EF4-FFF2-40B4-BE49-F238E27FC236}">
                  <a16:creationId xmlns:a16="http://schemas.microsoft.com/office/drawing/2014/main" id="{C82365C2-71DD-4925-A67B-CAA854D300E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1" name="Freeform 50">
              <a:extLst>
                <a:ext uri="{FF2B5EF4-FFF2-40B4-BE49-F238E27FC236}">
                  <a16:creationId xmlns:a16="http://schemas.microsoft.com/office/drawing/2014/main" id="{F69923CB-AB0E-4DAA-8CB4-05A540FC571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2" name="Freeform 51">
              <a:extLst>
                <a:ext uri="{FF2B5EF4-FFF2-40B4-BE49-F238E27FC236}">
                  <a16:creationId xmlns:a16="http://schemas.microsoft.com/office/drawing/2014/main" id="{0C9872BA-3C4D-4098-8153-AF0C234620B5}"/>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3" name="Freeform 52">
              <a:extLst>
                <a:ext uri="{FF2B5EF4-FFF2-40B4-BE49-F238E27FC236}">
                  <a16:creationId xmlns:a16="http://schemas.microsoft.com/office/drawing/2014/main" id="{4137D422-E6EB-490E-9416-24F82972F9B0}"/>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4" name="Freeform 53">
              <a:extLst>
                <a:ext uri="{FF2B5EF4-FFF2-40B4-BE49-F238E27FC236}">
                  <a16:creationId xmlns:a16="http://schemas.microsoft.com/office/drawing/2014/main" id="{BB0D0761-D478-4C17-815A-0A6AD74194EA}"/>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5" name="Freeform 54">
              <a:extLst>
                <a:ext uri="{FF2B5EF4-FFF2-40B4-BE49-F238E27FC236}">
                  <a16:creationId xmlns:a16="http://schemas.microsoft.com/office/drawing/2014/main" id="{4E5F6A7C-2998-4CCF-BF1E-D9077A867373}"/>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6" name="Freeform 55">
              <a:extLst>
                <a:ext uri="{FF2B5EF4-FFF2-40B4-BE49-F238E27FC236}">
                  <a16:creationId xmlns:a16="http://schemas.microsoft.com/office/drawing/2014/main" id="{B8C17893-2B8C-4402-9B0A-CFAC1EEC5BFE}"/>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7" name="Freeform 56">
              <a:extLst>
                <a:ext uri="{FF2B5EF4-FFF2-40B4-BE49-F238E27FC236}">
                  <a16:creationId xmlns:a16="http://schemas.microsoft.com/office/drawing/2014/main" id="{80A4A95E-1D12-4BFB-84A3-6E69192B6F66}"/>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8" name="Freeform 57">
              <a:extLst>
                <a:ext uri="{FF2B5EF4-FFF2-40B4-BE49-F238E27FC236}">
                  <a16:creationId xmlns:a16="http://schemas.microsoft.com/office/drawing/2014/main" id="{DE09AAE9-B869-4D14-9A6E-6B1E8F9D918C}"/>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69" name="Freeform 58">
              <a:extLst>
                <a:ext uri="{FF2B5EF4-FFF2-40B4-BE49-F238E27FC236}">
                  <a16:creationId xmlns:a16="http://schemas.microsoft.com/office/drawing/2014/main" id="{DACFD2A8-35E2-4D17-A432-C4445B1DE430}"/>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0" name="Freeform 59">
              <a:extLst>
                <a:ext uri="{FF2B5EF4-FFF2-40B4-BE49-F238E27FC236}">
                  <a16:creationId xmlns:a16="http://schemas.microsoft.com/office/drawing/2014/main" id="{20394763-C255-444B-940F-5BE2CAE09593}"/>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1" name="Freeform 60">
              <a:extLst>
                <a:ext uri="{FF2B5EF4-FFF2-40B4-BE49-F238E27FC236}">
                  <a16:creationId xmlns:a16="http://schemas.microsoft.com/office/drawing/2014/main" id="{D5DB92F4-CCF4-48BD-8A77-44191933714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2" name="Freeform 61">
              <a:extLst>
                <a:ext uri="{FF2B5EF4-FFF2-40B4-BE49-F238E27FC236}">
                  <a16:creationId xmlns:a16="http://schemas.microsoft.com/office/drawing/2014/main" id="{39B52CE4-6F33-4717-912A-6C0F2BA53183}"/>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3" name="Freeform 62">
              <a:extLst>
                <a:ext uri="{FF2B5EF4-FFF2-40B4-BE49-F238E27FC236}">
                  <a16:creationId xmlns:a16="http://schemas.microsoft.com/office/drawing/2014/main" id="{25F6B581-6C3D-4732-943C-D740A1C3671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74" name="Freeform 71">
              <a:extLst>
                <a:ext uri="{FF2B5EF4-FFF2-40B4-BE49-F238E27FC236}">
                  <a16:creationId xmlns:a16="http://schemas.microsoft.com/office/drawing/2014/main" id="{043007A9-32DC-46FF-96D2-A7D27193ED5E}"/>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sp>
        <p:nvSpPr>
          <p:cNvPr id="5" name="矩形 4">
            <a:extLst>
              <a:ext uri="{FF2B5EF4-FFF2-40B4-BE49-F238E27FC236}">
                <a16:creationId xmlns:a16="http://schemas.microsoft.com/office/drawing/2014/main" id="{3701D6A2-E0B4-4D59-BD49-A67266448E1E}"/>
              </a:ext>
            </a:extLst>
          </p:cNvPr>
          <p:cNvSpPr/>
          <p:nvPr userDrawn="1"/>
        </p:nvSpPr>
        <p:spPr>
          <a:xfrm>
            <a:off x="875308" y="2536911"/>
            <a:ext cx="1503040" cy="707886"/>
          </a:xfrm>
          <a:prstGeom prst="rect">
            <a:avLst/>
          </a:prstGeom>
        </p:spPr>
        <p:txBody>
          <a:bodyPr wrap="none">
            <a:spAutoFit/>
          </a:bodyPr>
          <a:lstStyle/>
          <a:p>
            <a:r>
              <a:rPr kumimoji="0" lang="en-US" altLang="zh-CN" sz="4000" b="0" i="0" u="none" strike="noStrike" kern="1200" cap="none" spc="0" normalizeH="0" baseline="0" dirty="0">
                <a:ln>
                  <a:noFill/>
                </a:ln>
                <a:solidFill>
                  <a:prstClr val="white"/>
                </a:solidFill>
                <a:effectLst/>
                <a:uLnTx/>
                <a:uFillTx/>
                <a:latin typeface="Arial" panose="020F0502020204030204"/>
                <a:ea typeface="Microsoft YaHei"/>
                <a:cs typeface="+mn-ea"/>
              </a:rPr>
              <a:t>PART</a:t>
            </a:r>
            <a:endParaRPr kumimoji="0" lang="zh-CN" altLang="en-US" sz="4000" b="0" i="0" u="none" strike="noStrike" kern="1200" cap="none" spc="0" normalizeH="0" baseline="0" dirty="0">
              <a:ln>
                <a:noFill/>
              </a:ln>
              <a:solidFill>
                <a:prstClr val="white"/>
              </a:solidFill>
              <a:effectLst/>
              <a:uLnTx/>
              <a:uFillTx/>
              <a:latin typeface="Arial" panose="020F0502020204030204"/>
              <a:ea typeface="Microsoft YaHei"/>
              <a:cs typeface="+mn-ea"/>
            </a:endParaRPr>
          </a:p>
        </p:txBody>
      </p:sp>
    </p:spTree>
    <p:extLst>
      <p:ext uri="{BB962C8B-B14F-4D97-AF65-F5344CB8AC3E}">
        <p14:creationId xmlns:p14="http://schemas.microsoft.com/office/powerpoint/2010/main" val="6098989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结尾">
    <p:spTree>
      <p:nvGrpSpPr>
        <p:cNvPr id="1" name=""/>
        <p:cNvGrpSpPr/>
        <p:nvPr/>
      </p:nvGrpSpPr>
      <p:grpSpPr>
        <a:xfrm>
          <a:off x="0" y="0"/>
          <a:ext cx="0" cy="0"/>
          <a:chOff x="0" y="0"/>
          <a:chExt cx="0" cy="0"/>
        </a:xfrm>
      </p:grpSpPr>
      <p:sp>
        <p:nvSpPr>
          <p:cNvPr id="66" name="矩形 65">
            <a:extLst>
              <a:ext uri="{FF2B5EF4-FFF2-40B4-BE49-F238E27FC236}">
                <a16:creationId xmlns:a16="http://schemas.microsoft.com/office/drawing/2014/main" id="{9782960B-0298-40C0-9193-B28F17C2A53C}"/>
              </a:ext>
            </a:extLst>
          </p:cNvPr>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sp>
        <p:nvSpPr>
          <p:cNvPr id="63" name="椭圆 62">
            <a:extLst>
              <a:ext uri="{FF2B5EF4-FFF2-40B4-BE49-F238E27FC236}">
                <a16:creationId xmlns:a16="http://schemas.microsoft.com/office/drawing/2014/main" id="{F26480F6-566C-42F1-91D5-B755F6AB5120}"/>
              </a:ext>
            </a:extLst>
          </p:cNvPr>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F0502020204030204"/>
              <a:ea typeface="Microsoft YaHei"/>
              <a:cs typeface="+mn-ea"/>
              <a:sym typeface="+mn-lt"/>
            </a:endParaRPr>
          </a:p>
        </p:txBody>
      </p:sp>
      <p:grpSp>
        <p:nvGrpSpPr>
          <p:cNvPr id="64" name="组合 63">
            <a:extLst>
              <a:ext uri="{FF2B5EF4-FFF2-40B4-BE49-F238E27FC236}">
                <a16:creationId xmlns:a16="http://schemas.microsoft.com/office/drawing/2014/main" id="{17D64BBA-58A8-428F-887C-708E5659D46B}"/>
              </a:ext>
            </a:extLst>
          </p:cNvPr>
          <p:cNvGrpSpPr/>
          <p:nvPr/>
        </p:nvGrpSpPr>
        <p:grpSpPr>
          <a:xfrm>
            <a:off x="5317814" y="741574"/>
            <a:ext cx="1614432" cy="1610666"/>
            <a:chOff x="2105799" y="20055838"/>
            <a:chExt cx="6748090" cy="6732363"/>
          </a:xfrm>
          <a:solidFill>
            <a:schemeClr val="accent1"/>
          </a:solidFill>
        </p:grpSpPr>
        <p:sp>
          <p:nvSpPr>
            <p:cNvPr id="65" name="Freeform 8">
              <a:extLst>
                <a:ext uri="{FF2B5EF4-FFF2-40B4-BE49-F238E27FC236}">
                  <a16:creationId xmlns:a16="http://schemas.microsoft.com/office/drawing/2014/main" id="{BDD6A6EB-5C5E-45A6-BF3E-295FF9FE1D01}"/>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7" name="Freeform 42">
              <a:extLst>
                <a:ext uri="{FF2B5EF4-FFF2-40B4-BE49-F238E27FC236}">
                  <a16:creationId xmlns:a16="http://schemas.microsoft.com/office/drawing/2014/main" id="{00087E73-C04B-4FF7-88CC-39D146CEE80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8" name="Freeform 43">
              <a:extLst>
                <a:ext uri="{FF2B5EF4-FFF2-40B4-BE49-F238E27FC236}">
                  <a16:creationId xmlns:a16="http://schemas.microsoft.com/office/drawing/2014/main" id="{F6684CF1-760F-4F38-9B51-B2BE6F7F0E6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69" name="Freeform 44">
              <a:extLst>
                <a:ext uri="{FF2B5EF4-FFF2-40B4-BE49-F238E27FC236}">
                  <a16:creationId xmlns:a16="http://schemas.microsoft.com/office/drawing/2014/main" id="{6C357B19-2185-4923-86AB-573939DB1CCB}"/>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71" name="Freeform 45">
              <a:extLst>
                <a:ext uri="{FF2B5EF4-FFF2-40B4-BE49-F238E27FC236}">
                  <a16:creationId xmlns:a16="http://schemas.microsoft.com/office/drawing/2014/main" id="{745C8593-CAD2-4EAD-B82D-AA253F717155}"/>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29" name="Freeform 46">
              <a:extLst>
                <a:ext uri="{FF2B5EF4-FFF2-40B4-BE49-F238E27FC236}">
                  <a16:creationId xmlns:a16="http://schemas.microsoft.com/office/drawing/2014/main" id="{B384B41B-780D-42AB-A063-7052CC29D75D}"/>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0" name="Freeform 47">
              <a:extLst>
                <a:ext uri="{FF2B5EF4-FFF2-40B4-BE49-F238E27FC236}">
                  <a16:creationId xmlns:a16="http://schemas.microsoft.com/office/drawing/2014/main" id="{62FE602F-E75B-4D93-9D94-F688FA6403DC}"/>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1" name="Freeform 48">
              <a:extLst>
                <a:ext uri="{FF2B5EF4-FFF2-40B4-BE49-F238E27FC236}">
                  <a16:creationId xmlns:a16="http://schemas.microsoft.com/office/drawing/2014/main" id="{B0340309-59C7-41A5-A975-6ED4FC695589}"/>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2" name="Freeform 49">
              <a:extLst>
                <a:ext uri="{FF2B5EF4-FFF2-40B4-BE49-F238E27FC236}">
                  <a16:creationId xmlns:a16="http://schemas.microsoft.com/office/drawing/2014/main" id="{2CF388E8-3611-4410-879E-C23BF15610B0}"/>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3" name="Freeform 50">
              <a:extLst>
                <a:ext uri="{FF2B5EF4-FFF2-40B4-BE49-F238E27FC236}">
                  <a16:creationId xmlns:a16="http://schemas.microsoft.com/office/drawing/2014/main" id="{A7E39C54-EAB6-4670-9911-865D0ABBAC33}"/>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4" name="Freeform 51">
              <a:extLst>
                <a:ext uri="{FF2B5EF4-FFF2-40B4-BE49-F238E27FC236}">
                  <a16:creationId xmlns:a16="http://schemas.microsoft.com/office/drawing/2014/main" id="{C328AEB8-604B-4FE9-95BF-7EA4E8ED5D3C}"/>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5" name="Freeform 52">
              <a:extLst>
                <a:ext uri="{FF2B5EF4-FFF2-40B4-BE49-F238E27FC236}">
                  <a16:creationId xmlns:a16="http://schemas.microsoft.com/office/drawing/2014/main" id="{81BC006C-BCD9-45CD-9774-051F478861B4}"/>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6" name="Freeform 53">
              <a:extLst>
                <a:ext uri="{FF2B5EF4-FFF2-40B4-BE49-F238E27FC236}">
                  <a16:creationId xmlns:a16="http://schemas.microsoft.com/office/drawing/2014/main" id="{086DBB45-39C4-44DE-AB86-92873FECAA8E}"/>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7" name="Freeform 54">
              <a:extLst>
                <a:ext uri="{FF2B5EF4-FFF2-40B4-BE49-F238E27FC236}">
                  <a16:creationId xmlns:a16="http://schemas.microsoft.com/office/drawing/2014/main" id="{09A277B2-A3BA-43A2-BA82-813C993033E8}"/>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8" name="Freeform 55">
              <a:extLst>
                <a:ext uri="{FF2B5EF4-FFF2-40B4-BE49-F238E27FC236}">
                  <a16:creationId xmlns:a16="http://schemas.microsoft.com/office/drawing/2014/main" id="{3BBD2727-FD37-443A-B218-1F396F8598AF}"/>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39" name="Freeform 56">
              <a:extLst>
                <a:ext uri="{FF2B5EF4-FFF2-40B4-BE49-F238E27FC236}">
                  <a16:creationId xmlns:a16="http://schemas.microsoft.com/office/drawing/2014/main" id="{246B2677-07FC-46C4-AA93-81A6A49524E9}"/>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0" name="Freeform 57">
              <a:extLst>
                <a:ext uri="{FF2B5EF4-FFF2-40B4-BE49-F238E27FC236}">
                  <a16:creationId xmlns:a16="http://schemas.microsoft.com/office/drawing/2014/main" id="{3C345CC2-F3A1-4D57-A0B2-DBACACAF6DA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1" name="Freeform 58">
              <a:extLst>
                <a:ext uri="{FF2B5EF4-FFF2-40B4-BE49-F238E27FC236}">
                  <a16:creationId xmlns:a16="http://schemas.microsoft.com/office/drawing/2014/main" id="{8F6163AE-D7D4-48CF-8F56-27751A27AAE4}"/>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2" name="Freeform 59">
              <a:extLst>
                <a:ext uri="{FF2B5EF4-FFF2-40B4-BE49-F238E27FC236}">
                  <a16:creationId xmlns:a16="http://schemas.microsoft.com/office/drawing/2014/main" id="{DA1F4E85-B289-49FE-BD0A-6540821598DD}"/>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3" name="Freeform 60">
              <a:extLst>
                <a:ext uri="{FF2B5EF4-FFF2-40B4-BE49-F238E27FC236}">
                  <a16:creationId xmlns:a16="http://schemas.microsoft.com/office/drawing/2014/main" id="{DE778FDA-1390-418E-A32B-D860CAB1DDFA}"/>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4" name="Freeform 61">
              <a:extLst>
                <a:ext uri="{FF2B5EF4-FFF2-40B4-BE49-F238E27FC236}">
                  <a16:creationId xmlns:a16="http://schemas.microsoft.com/office/drawing/2014/main" id="{FCCA6383-EF4D-4BBE-B1B8-1964323BC8A8}"/>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5" name="Freeform 62">
              <a:extLst>
                <a:ext uri="{FF2B5EF4-FFF2-40B4-BE49-F238E27FC236}">
                  <a16:creationId xmlns:a16="http://schemas.microsoft.com/office/drawing/2014/main" id="{23CCBDCB-F7EF-4C6E-AFA9-224128705B98}"/>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sp>
          <p:nvSpPr>
            <p:cNvPr id="146" name="Freeform 71">
              <a:extLst>
                <a:ext uri="{FF2B5EF4-FFF2-40B4-BE49-F238E27FC236}">
                  <a16:creationId xmlns:a16="http://schemas.microsoft.com/office/drawing/2014/main" id="{895D5DE4-D3E3-44FD-A936-3D4830CD2F66}"/>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ea"/>
                <a:sym typeface="+mn-lt"/>
              </a:endParaRPr>
            </a:p>
          </p:txBody>
        </p:sp>
      </p:grpSp>
      <p:sp>
        <p:nvSpPr>
          <p:cNvPr id="147" name="标题 1">
            <a:extLst>
              <a:ext uri="{FF2B5EF4-FFF2-40B4-BE49-F238E27FC236}">
                <a16:creationId xmlns:a16="http://schemas.microsoft.com/office/drawing/2014/main" id="{BD9599D0-9EF4-485D-9BF2-FE64B75665AD}"/>
              </a:ext>
            </a:extLst>
          </p:cNvPr>
          <p:cNvSpPr>
            <a:spLocks noGrp="1"/>
          </p:cNvSpPr>
          <p:nvPr userDrawn="1">
            <p:ph type="ctrTitle" hasCustomPrompt="1"/>
          </p:nvPr>
        </p:nvSpPr>
        <p:spPr>
          <a:xfrm>
            <a:off x="1615440" y="2929530"/>
            <a:ext cx="8961120" cy="1213643"/>
          </a:xfr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F0502020204030204"/>
                <a:ea typeface="Microsoft YaHei"/>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tabLst/>
              <a:defRPr/>
            </a:pPr>
            <a:r>
              <a:rPr lang="zh-CN" altLang="en-US" dirty="0"/>
              <a:t>单击此处编辑结束语</a:t>
            </a:r>
          </a:p>
        </p:txBody>
      </p:sp>
      <p:sp>
        <p:nvSpPr>
          <p:cNvPr id="148" name="副标题 2">
            <a:extLst>
              <a:ext uri="{FF2B5EF4-FFF2-40B4-BE49-F238E27FC236}">
                <a16:creationId xmlns:a16="http://schemas.microsoft.com/office/drawing/2014/main" id="{780F498B-8C32-41D4-A1DA-41A6A68C0055}"/>
              </a:ext>
            </a:extLst>
          </p:cNvPr>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F0502020204030204"/>
                <a:ea typeface="Microsoft YaHei"/>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p>
        </p:txBody>
      </p:sp>
    </p:spTree>
    <p:extLst>
      <p:ext uri="{BB962C8B-B14F-4D97-AF65-F5344CB8AC3E}">
        <p14:creationId xmlns:p14="http://schemas.microsoft.com/office/powerpoint/2010/main" val="17261125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030030053"/>
      </p:ext>
    </p:extLst>
  </p:cSld>
  <p:clrMapOvr>
    <a:masterClrMapping/>
  </p:clrMapOvr>
  <p:extLst mod="1">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3925915339"/>
      </p:ext>
    </p:extLst>
  </p:cSld>
  <p:clrMapOvr>
    <a:masterClrMapping/>
  </p:clrMapOvr>
  <p:extLst mod="1">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页-上下横线">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cxnSp>
        <p:nvCxnSpPr>
          <p:cNvPr id="71" name="直接连接符 70">
            <a:extLst>
              <a:ext uri="{FF2B5EF4-FFF2-40B4-BE49-F238E27FC236}">
                <a16:creationId xmlns:a16="http://schemas.microsoft.com/office/drawing/2014/main" id="{E65A605E-CDFB-48F0-9262-92E6FAB0F34F}"/>
              </a:ext>
            </a:extLst>
          </p:cNvPr>
          <p:cNvCxnSpPr>
            <a:cxnSpLocks/>
          </p:cNvCxnSpPr>
          <p:nvPr userDrawn="1"/>
        </p:nvCxnSpPr>
        <p:spPr>
          <a:xfrm>
            <a:off x="745067" y="868363"/>
            <a:ext cx="11008783"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528706" y="867990"/>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4" name="标题 1">
            <a:extLst>
              <a:ext uri="{FF2B5EF4-FFF2-40B4-BE49-F238E27FC236}">
                <a16:creationId xmlns:a16="http://schemas.microsoft.com/office/drawing/2014/main" id="{D1EB5750-0A9D-4CDA-8A3E-C75D4C68F34A}"/>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63" name="文本框 62">
            <a:extLst>
              <a:ext uri="{FF2B5EF4-FFF2-40B4-BE49-F238E27FC236}">
                <a16:creationId xmlns:a16="http://schemas.microsoft.com/office/drawing/2014/main" id="{6D968944-E188-47DB-80CF-1FD6A7CF4922}"/>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1421409504"/>
      </p:ext>
    </p:extLst>
  </p:cSld>
  <p:clrMapOvr>
    <a:masterClrMapping/>
  </p:clrMapOvr>
  <p:extLst mod="1">
    <p:ext uri="{DCECCB84-F9BA-43D5-87BE-67443E8EF086}">
      <p15:sldGuideLst xmlns:p15="http://schemas.microsoft.com/office/powerpoint/2012/main">
        <p15:guide id="4"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内容页-上短下长">
    <p:spTree>
      <p:nvGrpSpPr>
        <p:cNvPr id="1" name=""/>
        <p:cNvGrpSpPr/>
        <p:nvPr/>
      </p:nvGrpSpPr>
      <p:grpSpPr>
        <a:xfrm>
          <a:off x="0" y="0"/>
          <a:ext cx="0" cy="0"/>
          <a:chOff x="0" y="0"/>
          <a:chExt cx="0" cy="0"/>
        </a:xfrm>
      </p:grpSpPr>
      <p:grpSp>
        <p:nvGrpSpPr>
          <p:cNvPr id="63" name="组合 62">
            <a:extLst>
              <a:ext uri="{FF2B5EF4-FFF2-40B4-BE49-F238E27FC236}">
                <a16:creationId xmlns:a16="http://schemas.microsoft.com/office/drawing/2014/main" id="{73F46A27-B045-491C-8492-DC2AE1277C86}"/>
              </a:ext>
            </a:extLst>
          </p:cNvPr>
          <p:cNvGrpSpPr/>
          <p:nvPr userDrawn="1"/>
        </p:nvGrpSpPr>
        <p:grpSpPr>
          <a:xfrm>
            <a:off x="528706" y="867990"/>
            <a:ext cx="2433027" cy="0"/>
            <a:chOff x="7460343" y="1311756"/>
            <a:chExt cx="2433027" cy="0"/>
          </a:xfrm>
        </p:grpSpPr>
        <p:cxnSp>
          <p:nvCxnSpPr>
            <p:cNvPr id="64" name="直接连接符 63">
              <a:extLst>
                <a:ext uri="{FF2B5EF4-FFF2-40B4-BE49-F238E27FC236}">
                  <a16:creationId xmlns:a16="http://schemas.microsoft.com/office/drawing/2014/main" id="{B77B3D24-6FB9-41AF-8DFD-6DE7FAB86A89}"/>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1DC1FD71-DEEB-4393-91A7-3EA78EA471F7}"/>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3" name="组合 2">
            <a:extLst>
              <a:ext uri="{FF2B5EF4-FFF2-40B4-BE49-F238E27FC236}">
                <a16:creationId xmlns:a16="http://schemas.microsoft.com/office/drawing/2014/main" id="{B4AE79B1-1619-41E3-8A2F-8EC4722BC253}"/>
              </a:ext>
            </a:extLst>
          </p:cNvPr>
          <p:cNvGrpSpPr/>
          <p:nvPr userDrawn="1"/>
        </p:nvGrpSpPr>
        <p:grpSpPr>
          <a:xfrm>
            <a:off x="10177780" y="329882"/>
            <a:ext cx="1512002" cy="444892"/>
            <a:chOff x="9556201" y="498129"/>
            <a:chExt cx="1993881" cy="586680"/>
          </a:xfrm>
        </p:grpSpPr>
        <p:grpSp>
          <p:nvGrpSpPr>
            <p:cNvPr id="66" name="组合 65">
              <a:extLst>
                <a:ext uri="{FF2B5EF4-FFF2-40B4-BE49-F238E27FC236}">
                  <a16:creationId xmlns:a16="http://schemas.microsoft.com/office/drawing/2014/main" id="{5C15F262-2B8A-43C1-93DC-339774166331}"/>
                </a:ext>
              </a:extLst>
            </p:cNvPr>
            <p:cNvGrpSpPr/>
            <p:nvPr userDrawn="1"/>
          </p:nvGrpSpPr>
          <p:grpSpPr>
            <a:xfrm>
              <a:off x="10239376" y="968937"/>
              <a:ext cx="1307697" cy="96254"/>
              <a:chOff x="4616246" y="3878362"/>
              <a:chExt cx="5571416" cy="410087"/>
            </a:xfrm>
            <a:solidFill>
              <a:schemeClr val="tx1">
                <a:alpha val="80000"/>
              </a:schemeClr>
            </a:solidFill>
          </p:grpSpPr>
          <p:sp>
            <p:nvSpPr>
              <p:cNvPr id="68" name="Freeform 17">
                <a:extLst>
                  <a:ext uri="{FF2B5EF4-FFF2-40B4-BE49-F238E27FC236}">
                    <a16:creationId xmlns:a16="http://schemas.microsoft.com/office/drawing/2014/main" id="{0BB7E6A2-C551-4CAC-8A7C-CB084AC0393D}"/>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69" name="Freeform 18">
                <a:extLst>
                  <a:ext uri="{FF2B5EF4-FFF2-40B4-BE49-F238E27FC236}">
                    <a16:creationId xmlns:a16="http://schemas.microsoft.com/office/drawing/2014/main" id="{AF11A2EA-0B28-440D-ABC0-47F76546FA4B}"/>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0" name="Freeform 19">
                <a:extLst>
                  <a:ext uri="{FF2B5EF4-FFF2-40B4-BE49-F238E27FC236}">
                    <a16:creationId xmlns:a16="http://schemas.microsoft.com/office/drawing/2014/main" id="{687C0C1A-D1C7-41A9-8A9A-4EB1400A640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2" name="Freeform 20">
                <a:extLst>
                  <a:ext uri="{FF2B5EF4-FFF2-40B4-BE49-F238E27FC236}">
                    <a16:creationId xmlns:a16="http://schemas.microsoft.com/office/drawing/2014/main" id="{B1AD26CB-2631-47D6-8B94-0C2DE8DAE1DF}"/>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3" name="Freeform 21">
                <a:extLst>
                  <a:ext uri="{FF2B5EF4-FFF2-40B4-BE49-F238E27FC236}">
                    <a16:creationId xmlns:a16="http://schemas.microsoft.com/office/drawing/2014/main" id="{7188BA7E-50BA-44F8-9949-24203A649509}"/>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4" name="Freeform 22">
                <a:extLst>
                  <a:ext uri="{FF2B5EF4-FFF2-40B4-BE49-F238E27FC236}">
                    <a16:creationId xmlns:a16="http://schemas.microsoft.com/office/drawing/2014/main" id="{59E8A17F-9E83-487C-BAAE-EF2645C4653C}"/>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5" name="Freeform 23">
                <a:extLst>
                  <a:ext uri="{FF2B5EF4-FFF2-40B4-BE49-F238E27FC236}">
                    <a16:creationId xmlns:a16="http://schemas.microsoft.com/office/drawing/2014/main" id="{6874771E-6EC2-40B7-8593-A8A420AEEAD7}"/>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6" name="Freeform 25">
                <a:extLst>
                  <a:ext uri="{FF2B5EF4-FFF2-40B4-BE49-F238E27FC236}">
                    <a16:creationId xmlns:a16="http://schemas.microsoft.com/office/drawing/2014/main" id="{CDD46DA1-964F-4E43-A6AD-31009905952B}"/>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7" name="Freeform 27">
                <a:extLst>
                  <a:ext uri="{FF2B5EF4-FFF2-40B4-BE49-F238E27FC236}">
                    <a16:creationId xmlns:a16="http://schemas.microsoft.com/office/drawing/2014/main" id="{79E10957-7621-455A-A65D-63395B54CD8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8" name="Freeform 29">
                <a:extLst>
                  <a:ext uri="{FF2B5EF4-FFF2-40B4-BE49-F238E27FC236}">
                    <a16:creationId xmlns:a16="http://schemas.microsoft.com/office/drawing/2014/main" id="{5C881E13-4696-4D4F-B82A-A15CE965951E}"/>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79" name="Freeform 30">
                <a:extLst>
                  <a:ext uri="{FF2B5EF4-FFF2-40B4-BE49-F238E27FC236}">
                    <a16:creationId xmlns:a16="http://schemas.microsoft.com/office/drawing/2014/main" id="{57334090-4538-4D00-B942-CBD745D65BC1}"/>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0" name="Freeform 31">
                <a:extLst>
                  <a:ext uri="{FF2B5EF4-FFF2-40B4-BE49-F238E27FC236}">
                    <a16:creationId xmlns:a16="http://schemas.microsoft.com/office/drawing/2014/main" id="{BA16E188-C562-41A4-9B4A-9DBEBF95A377}"/>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1" name="Freeform 32">
                <a:extLst>
                  <a:ext uri="{FF2B5EF4-FFF2-40B4-BE49-F238E27FC236}">
                    <a16:creationId xmlns:a16="http://schemas.microsoft.com/office/drawing/2014/main" id="{04D8D32A-D397-417E-8C9F-BDEF41F83EB9}"/>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2" name="Freeform 33">
                <a:extLst>
                  <a:ext uri="{FF2B5EF4-FFF2-40B4-BE49-F238E27FC236}">
                    <a16:creationId xmlns:a16="http://schemas.microsoft.com/office/drawing/2014/main" id="{80ECFE5A-CC82-4F7B-9CB9-E42947E66D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3" name="Freeform 34">
                <a:extLst>
                  <a:ext uri="{FF2B5EF4-FFF2-40B4-BE49-F238E27FC236}">
                    <a16:creationId xmlns:a16="http://schemas.microsoft.com/office/drawing/2014/main" id="{A2B2A5CC-F142-4967-9397-104C57D6D51E}"/>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4" name="Freeform 35">
                <a:extLst>
                  <a:ext uri="{FF2B5EF4-FFF2-40B4-BE49-F238E27FC236}">
                    <a16:creationId xmlns:a16="http://schemas.microsoft.com/office/drawing/2014/main" id="{C6DC5263-4BE0-4098-8265-18B3D919C540}"/>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85" name="组合 84">
              <a:extLst>
                <a:ext uri="{FF2B5EF4-FFF2-40B4-BE49-F238E27FC236}">
                  <a16:creationId xmlns:a16="http://schemas.microsoft.com/office/drawing/2014/main" id="{0FEBB34A-9216-4734-ABDB-24C619203A22}"/>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86" name="Freeform 9">
                <a:extLst>
                  <a:ext uri="{FF2B5EF4-FFF2-40B4-BE49-F238E27FC236}">
                    <a16:creationId xmlns:a16="http://schemas.microsoft.com/office/drawing/2014/main" id="{BAAACB60-72C2-4416-9299-161860BAE9EE}"/>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7" name="Freeform 10">
                <a:extLst>
                  <a:ext uri="{FF2B5EF4-FFF2-40B4-BE49-F238E27FC236}">
                    <a16:creationId xmlns:a16="http://schemas.microsoft.com/office/drawing/2014/main" id="{8CAA1636-149B-4EDA-B31F-4978A1DAA4F3}"/>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8" name="Freeform 11">
                <a:extLst>
                  <a:ext uri="{FF2B5EF4-FFF2-40B4-BE49-F238E27FC236}">
                    <a16:creationId xmlns:a16="http://schemas.microsoft.com/office/drawing/2014/main" id="{FDF2BF3F-AB31-4F63-9678-BFF5CCE4454A}"/>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89" name="Freeform 12">
                <a:extLst>
                  <a:ext uri="{FF2B5EF4-FFF2-40B4-BE49-F238E27FC236}">
                    <a16:creationId xmlns:a16="http://schemas.microsoft.com/office/drawing/2014/main" id="{5B526479-0DBF-4737-8331-32D1E952C9D8}"/>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0" name="Freeform 13">
                <a:extLst>
                  <a:ext uri="{FF2B5EF4-FFF2-40B4-BE49-F238E27FC236}">
                    <a16:creationId xmlns:a16="http://schemas.microsoft.com/office/drawing/2014/main" id="{E3947BE1-C3AE-4CFB-BFFE-ABA981B89672}"/>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1" name="Freeform 14">
                <a:extLst>
                  <a:ext uri="{FF2B5EF4-FFF2-40B4-BE49-F238E27FC236}">
                    <a16:creationId xmlns:a16="http://schemas.microsoft.com/office/drawing/2014/main" id="{F2A49C76-5480-41CE-9ADE-B8DA9152D704}"/>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2" name="Freeform 15">
                <a:extLst>
                  <a:ext uri="{FF2B5EF4-FFF2-40B4-BE49-F238E27FC236}">
                    <a16:creationId xmlns:a16="http://schemas.microsoft.com/office/drawing/2014/main" id="{16AD1742-67D8-4026-84B3-87236E785A6B}"/>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3" name="Freeform 16">
                <a:extLst>
                  <a:ext uri="{FF2B5EF4-FFF2-40B4-BE49-F238E27FC236}">
                    <a16:creationId xmlns:a16="http://schemas.microsoft.com/office/drawing/2014/main" id="{CDEDCC72-5F8A-4DD8-9E4E-D7527A11A8E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4" name="Freeform 24">
                <a:extLst>
                  <a:ext uri="{FF2B5EF4-FFF2-40B4-BE49-F238E27FC236}">
                    <a16:creationId xmlns:a16="http://schemas.microsoft.com/office/drawing/2014/main" id="{43DCC307-4F60-4FFF-A2A5-A29470381E5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5" name="Freeform 26">
                <a:extLst>
                  <a:ext uri="{FF2B5EF4-FFF2-40B4-BE49-F238E27FC236}">
                    <a16:creationId xmlns:a16="http://schemas.microsoft.com/office/drawing/2014/main" id="{B9F88D38-2706-4475-8802-6F4F5D2EF22D}"/>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6" name="Freeform 28">
                <a:extLst>
                  <a:ext uri="{FF2B5EF4-FFF2-40B4-BE49-F238E27FC236}">
                    <a16:creationId xmlns:a16="http://schemas.microsoft.com/office/drawing/2014/main" id="{8F836E50-664C-489E-B463-9D8B808D647E}"/>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97" name="Freeform 36">
                <a:extLst>
                  <a:ext uri="{FF2B5EF4-FFF2-40B4-BE49-F238E27FC236}">
                    <a16:creationId xmlns:a16="http://schemas.microsoft.com/office/drawing/2014/main" id="{81C3B568-D4E9-40A8-AA80-68ECCA6EFC73}"/>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98" name="组合 97">
              <a:extLst>
                <a:ext uri="{FF2B5EF4-FFF2-40B4-BE49-F238E27FC236}">
                  <a16:creationId xmlns:a16="http://schemas.microsoft.com/office/drawing/2014/main" id="{90DC71DC-0BCB-48A8-A72D-C25256144DE0}"/>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99" name="Freeform 8">
                <a:extLst>
                  <a:ext uri="{FF2B5EF4-FFF2-40B4-BE49-F238E27FC236}">
                    <a16:creationId xmlns:a16="http://schemas.microsoft.com/office/drawing/2014/main" id="{57D1E859-5CEB-4609-8E48-13EBEA79EA5D}"/>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0" name="Freeform 42">
                <a:extLst>
                  <a:ext uri="{FF2B5EF4-FFF2-40B4-BE49-F238E27FC236}">
                    <a16:creationId xmlns:a16="http://schemas.microsoft.com/office/drawing/2014/main" id="{A033A341-EE5C-4CFF-8FE9-10E577DFE665}"/>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1" name="Freeform 43">
                <a:extLst>
                  <a:ext uri="{FF2B5EF4-FFF2-40B4-BE49-F238E27FC236}">
                    <a16:creationId xmlns:a16="http://schemas.microsoft.com/office/drawing/2014/main" id="{672D9D2F-B971-45A7-BEA6-0BE6565B628A}"/>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2" name="Freeform 44">
                <a:extLst>
                  <a:ext uri="{FF2B5EF4-FFF2-40B4-BE49-F238E27FC236}">
                    <a16:creationId xmlns:a16="http://schemas.microsoft.com/office/drawing/2014/main" id="{E905262E-566E-456A-8A2C-4D36BAC742A2}"/>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3" name="Freeform 45">
                <a:extLst>
                  <a:ext uri="{FF2B5EF4-FFF2-40B4-BE49-F238E27FC236}">
                    <a16:creationId xmlns:a16="http://schemas.microsoft.com/office/drawing/2014/main" id="{72E93604-F1A1-4374-9DEA-9A647838A73D}"/>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4" name="Freeform 46">
                <a:extLst>
                  <a:ext uri="{FF2B5EF4-FFF2-40B4-BE49-F238E27FC236}">
                    <a16:creationId xmlns:a16="http://schemas.microsoft.com/office/drawing/2014/main" id="{D202D4C6-F78A-4048-8132-DEFFD80BA870}"/>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5" name="Freeform 47">
                <a:extLst>
                  <a:ext uri="{FF2B5EF4-FFF2-40B4-BE49-F238E27FC236}">
                    <a16:creationId xmlns:a16="http://schemas.microsoft.com/office/drawing/2014/main" id="{38D2C29B-8AE7-40CF-9AC3-F0EFB8D20286}"/>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6" name="Freeform 48">
                <a:extLst>
                  <a:ext uri="{FF2B5EF4-FFF2-40B4-BE49-F238E27FC236}">
                    <a16:creationId xmlns:a16="http://schemas.microsoft.com/office/drawing/2014/main" id="{ABA50FBF-BA46-4469-8806-C69C007B2D1B}"/>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7" name="Freeform 49">
                <a:extLst>
                  <a:ext uri="{FF2B5EF4-FFF2-40B4-BE49-F238E27FC236}">
                    <a16:creationId xmlns:a16="http://schemas.microsoft.com/office/drawing/2014/main" id="{B83B4A3F-FC0E-43BC-BFCA-F5A8EA5B8536}"/>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8" name="Freeform 50">
                <a:extLst>
                  <a:ext uri="{FF2B5EF4-FFF2-40B4-BE49-F238E27FC236}">
                    <a16:creationId xmlns:a16="http://schemas.microsoft.com/office/drawing/2014/main" id="{11F4E97B-BA23-4998-BFB7-B0025EC32AFC}"/>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09" name="Freeform 51">
                <a:extLst>
                  <a:ext uri="{FF2B5EF4-FFF2-40B4-BE49-F238E27FC236}">
                    <a16:creationId xmlns:a16="http://schemas.microsoft.com/office/drawing/2014/main" id="{9E8B953D-8774-449E-8415-F81822ACB868}"/>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0" name="Freeform 52">
                <a:extLst>
                  <a:ext uri="{FF2B5EF4-FFF2-40B4-BE49-F238E27FC236}">
                    <a16:creationId xmlns:a16="http://schemas.microsoft.com/office/drawing/2014/main" id="{139920B7-00AE-4E16-A01E-1994DDBD530B}"/>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1" name="Freeform 53">
                <a:extLst>
                  <a:ext uri="{FF2B5EF4-FFF2-40B4-BE49-F238E27FC236}">
                    <a16:creationId xmlns:a16="http://schemas.microsoft.com/office/drawing/2014/main" id="{F9763041-78AD-4C52-B55D-880766C7F94C}"/>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2" name="Freeform 54">
                <a:extLst>
                  <a:ext uri="{FF2B5EF4-FFF2-40B4-BE49-F238E27FC236}">
                    <a16:creationId xmlns:a16="http://schemas.microsoft.com/office/drawing/2014/main" id="{F8640249-AA21-4144-8039-62CBDB8DA91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3" name="Freeform 55">
                <a:extLst>
                  <a:ext uri="{FF2B5EF4-FFF2-40B4-BE49-F238E27FC236}">
                    <a16:creationId xmlns:a16="http://schemas.microsoft.com/office/drawing/2014/main" id="{94D56455-C6B2-4D73-808E-1488E2572309}"/>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4" name="Freeform 56">
                <a:extLst>
                  <a:ext uri="{FF2B5EF4-FFF2-40B4-BE49-F238E27FC236}">
                    <a16:creationId xmlns:a16="http://schemas.microsoft.com/office/drawing/2014/main" id="{87C9E5ED-6CE0-49AB-A63F-8E727D78378E}"/>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5" name="Freeform 57">
                <a:extLst>
                  <a:ext uri="{FF2B5EF4-FFF2-40B4-BE49-F238E27FC236}">
                    <a16:creationId xmlns:a16="http://schemas.microsoft.com/office/drawing/2014/main" id="{3FE00EFE-FD79-4957-9FAA-81DA1FEB8090}"/>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6" name="Freeform 58">
                <a:extLst>
                  <a:ext uri="{FF2B5EF4-FFF2-40B4-BE49-F238E27FC236}">
                    <a16:creationId xmlns:a16="http://schemas.microsoft.com/office/drawing/2014/main" id="{3E36B85B-5FED-4861-8B47-BD80F2C00972}"/>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7" name="Freeform 59">
                <a:extLst>
                  <a:ext uri="{FF2B5EF4-FFF2-40B4-BE49-F238E27FC236}">
                    <a16:creationId xmlns:a16="http://schemas.microsoft.com/office/drawing/2014/main" id="{D47BCC9E-103F-42BB-9CE3-0C5F64C02580}"/>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8" name="Freeform 60">
                <a:extLst>
                  <a:ext uri="{FF2B5EF4-FFF2-40B4-BE49-F238E27FC236}">
                    <a16:creationId xmlns:a16="http://schemas.microsoft.com/office/drawing/2014/main" id="{E8B7F0D0-2612-4EB4-948A-2CA494D40DB7}"/>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19" name="Freeform 61">
                <a:extLst>
                  <a:ext uri="{FF2B5EF4-FFF2-40B4-BE49-F238E27FC236}">
                    <a16:creationId xmlns:a16="http://schemas.microsoft.com/office/drawing/2014/main" id="{A3973DC8-DF16-4791-87B5-6680BEEF3D0E}"/>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0" name="Freeform 62">
                <a:extLst>
                  <a:ext uri="{FF2B5EF4-FFF2-40B4-BE49-F238E27FC236}">
                    <a16:creationId xmlns:a16="http://schemas.microsoft.com/office/drawing/2014/main" id="{40A0B001-1F50-47ED-AD9F-1BA3203E2DB1}"/>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1" name="Freeform 71">
                <a:extLst>
                  <a:ext uri="{FF2B5EF4-FFF2-40B4-BE49-F238E27FC236}">
                    <a16:creationId xmlns:a16="http://schemas.microsoft.com/office/drawing/2014/main" id="{30AE187D-C75A-4EC3-8322-8AD80C98F63C}"/>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cxnSp>
        <p:nvCxnSpPr>
          <p:cNvPr id="122" name="直接连接符 121">
            <a:extLst>
              <a:ext uri="{FF2B5EF4-FFF2-40B4-BE49-F238E27FC236}">
                <a16:creationId xmlns:a16="http://schemas.microsoft.com/office/drawing/2014/main" id="{44ED58EF-63CC-4876-87B1-66450A7862C6}"/>
              </a:ext>
            </a:extLst>
          </p:cNvPr>
          <p:cNvCxnSpPr>
            <a:cxnSpLocks/>
          </p:cNvCxnSpPr>
          <p:nvPr userDrawn="1"/>
        </p:nvCxnSpPr>
        <p:spPr>
          <a:xfrm>
            <a:off x="438150" y="6381750"/>
            <a:ext cx="113157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3" name="灯片编号占位符 8">
            <a:extLst>
              <a:ext uri="{FF2B5EF4-FFF2-40B4-BE49-F238E27FC236}">
                <a16:creationId xmlns:a16="http://schemas.microsoft.com/office/drawing/2014/main" id="{DD600323-006F-4A08-BE03-2ABBBD1D9CCD}"/>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dirty="0"/>
              <a:t>&lt; </a:t>
            </a:r>
            <a:fld id="{A548B57D-AE10-4CF7-A9DF-59FEFA91B28E}" type="slidenum">
              <a:rPr lang="zh-CN" altLang="en-US" smtClean="0"/>
              <a:pPr/>
              <a:t>‹#›</a:t>
            </a:fld>
            <a:r>
              <a:rPr lang="zh-CN" altLang="en-US" dirty="0"/>
              <a:t> </a:t>
            </a:r>
            <a:r>
              <a:rPr lang="en-US" altLang="zh-CN" dirty="0"/>
              <a:t>&gt;</a:t>
            </a:r>
            <a:endParaRPr lang="zh-CN" altLang="en-US" dirty="0"/>
          </a:p>
        </p:txBody>
      </p:sp>
      <p:sp>
        <p:nvSpPr>
          <p:cNvPr id="125" name="标题 1">
            <a:extLst>
              <a:ext uri="{FF2B5EF4-FFF2-40B4-BE49-F238E27FC236}">
                <a16:creationId xmlns:a16="http://schemas.microsoft.com/office/drawing/2014/main" id="{97EAA164-D07E-4BD8-8F25-2F9AABA01D6D}"/>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71" name="文本框 70">
            <a:extLst>
              <a:ext uri="{FF2B5EF4-FFF2-40B4-BE49-F238E27FC236}">
                <a16:creationId xmlns:a16="http://schemas.microsoft.com/office/drawing/2014/main" id="{A21D5F5E-4FB0-402A-AEA9-76C1EEB139D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Tree>
    <p:extLst>
      <p:ext uri="{BB962C8B-B14F-4D97-AF65-F5344CB8AC3E}">
        <p14:creationId xmlns:p14="http://schemas.microsoft.com/office/powerpoint/2010/main" val="530403812"/>
      </p:ext>
    </p:extLst>
  </p:cSld>
  <p:clrMapOvr>
    <a:masterClrMapping/>
  </p:clrMapOvr>
  <p:extLst mod="1">
    <p:ext uri="{DCECCB84-F9BA-43D5-87BE-67443E8EF086}">
      <p15:sldGuideLst xmlns:p15="http://schemas.microsoft.com/office/powerpoint/2012/main">
        <p15:guide id="2" orient="horz">
          <p15:clr>
            <a:srgbClr val="FBAE40"/>
          </p15:clr>
        </p15:guide>
        <p15:guide id="4"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页-仅logo">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57" name="灯片编号占位符 8">
            <a:extLst>
              <a:ext uri="{FF2B5EF4-FFF2-40B4-BE49-F238E27FC236}">
                <a16:creationId xmlns:a16="http://schemas.microsoft.com/office/drawing/2014/main" id="{EA30CFCD-47F5-4BDB-9235-4899110ACBB2}"/>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Tree>
    <p:extLst>
      <p:ext uri="{BB962C8B-B14F-4D97-AF65-F5344CB8AC3E}">
        <p14:creationId xmlns:p14="http://schemas.microsoft.com/office/powerpoint/2010/main" val="1131119114"/>
      </p:ext>
    </p:extLst>
  </p:cSld>
  <p:clrMapOvr>
    <a:masterClrMapping/>
  </p:clrMapOvr>
  <p:extLst mod="1">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cSld name="全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380107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图片占位1">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7467291-1F4D-4401-BBE0-17BCD8258297}"/>
              </a:ext>
            </a:extLst>
          </p:cNvPr>
          <p:cNvSpPr>
            <a:spLocks noGrp="1"/>
          </p:cNvSpPr>
          <p:nvPr>
            <p:ph type="pic" sz="quarter" idx="11" hasCustomPrompt="1"/>
          </p:nvPr>
        </p:nvSpPr>
        <p:spPr>
          <a:xfrm>
            <a:off x="0" y="1432906"/>
            <a:ext cx="12192000" cy="2762250"/>
          </a:xfrm>
          <a:prstGeom prst="rect">
            <a:avLst/>
          </a:prstGeom>
        </p:spPr>
        <p:txBody>
          <a:bodyPr vert="horz" lIns="91440" tIns="45720" rIns="91440" bIns="45720" rtlCol="0" anchor="ctr">
            <a:normAutofit/>
          </a:bodyPr>
          <a:lstStyle>
            <a:lvl1pPr marL="0" indent="0">
              <a:buNone/>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256674624"/>
      </p:ext>
    </p:extLst>
  </p:cSld>
  <p:clrMapOvr>
    <a:masterClrMapping/>
  </p:clrMapOvr>
  <p:extLst mod="1">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图片占位2">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6EEF3A2-ACC0-4E28-9306-12EF02038760}"/>
              </a:ext>
            </a:extLst>
          </p:cNvPr>
          <p:cNvSpPr>
            <a:spLocks noGrp="1"/>
          </p:cNvSpPr>
          <p:nvPr>
            <p:ph type="pic" idx="10" hasCustomPrompt="1"/>
          </p:nvPr>
        </p:nvSpPr>
        <p:spPr>
          <a:xfrm>
            <a:off x="0" y="1196753"/>
            <a:ext cx="12192000" cy="3121152"/>
          </a:xfrm>
        </p:spPr>
        <p:txBody>
          <a:bodyPr anchor="ctr"/>
          <a:lstStyle>
            <a:lvl1pPr algn="ctr">
              <a:defRPr/>
            </a:lvl1pPr>
          </a:lstStyle>
          <a:p>
            <a:r>
              <a:rPr lang="zh-CN" altLang="en-US" dirty="0"/>
              <a:t>单击此处修改图片</a:t>
            </a:r>
          </a:p>
        </p:txBody>
      </p:sp>
    </p:spTree>
    <p:extLst>
      <p:ext uri="{BB962C8B-B14F-4D97-AF65-F5344CB8AC3E}">
        <p14:creationId xmlns:p14="http://schemas.microsoft.com/office/powerpoint/2010/main" val="4267871380"/>
      </p:ext>
    </p:extLst>
  </p:cSld>
  <p:clrMapOvr>
    <a:masterClrMapping/>
  </p:clrMapOvr>
  <p:extLst mod="1">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66" name="图片占位符 65">
            <a:extLst>
              <a:ext uri="{FF2B5EF4-FFF2-40B4-BE49-F238E27FC236}">
                <a16:creationId xmlns:a16="http://schemas.microsoft.com/office/drawing/2014/main" id="{712652DD-B310-4939-8011-D71B950A1B21}"/>
              </a:ext>
            </a:extLst>
          </p:cNvPr>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p>
        </p:txBody>
      </p:sp>
    </p:spTree>
    <p:extLst>
      <p:ext uri="{BB962C8B-B14F-4D97-AF65-F5344CB8AC3E}">
        <p14:creationId xmlns:p14="http://schemas.microsoft.com/office/powerpoint/2010/main" val="4061629306"/>
      </p:ext>
    </p:extLst>
  </p:cSld>
  <p:clrMapOvr>
    <a:masterClrMapping/>
  </p:clrMapOvr>
  <p:extLst mod="1">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32218AD9-0802-4E94-A545-7752B3A5C829}"/>
              </a:ext>
            </a:extLst>
          </p:cNvPr>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2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p>
        </p:txBody>
      </p:sp>
    </p:spTree>
    <p:extLst>
      <p:ext uri="{BB962C8B-B14F-4D97-AF65-F5344CB8AC3E}">
        <p14:creationId xmlns:p14="http://schemas.microsoft.com/office/powerpoint/2010/main" val="1160747885"/>
      </p:ext>
    </p:extLst>
  </p:cSld>
  <p:clrMapOvr>
    <a:masterClrMapping/>
  </p:clrMapOvr>
  <p:extLst mod="1">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7931C1FA-5FE8-40DF-AC6E-9B6B0E4CC26F}"/>
              </a:ext>
            </a:extLst>
          </p:cNvPr>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3" name="图片占位符 2">
            <a:extLst>
              <a:ext uri="{FF2B5EF4-FFF2-40B4-BE49-F238E27FC236}">
                <a16:creationId xmlns:a16="http://schemas.microsoft.com/office/drawing/2014/main" id="{C7AF3ED8-1DE9-44A2-B853-FD2803EEAA0D}"/>
              </a:ext>
            </a:extLst>
          </p:cNvPr>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4" name="图片占位符 3">
            <a:extLst>
              <a:ext uri="{FF2B5EF4-FFF2-40B4-BE49-F238E27FC236}">
                <a16:creationId xmlns:a16="http://schemas.microsoft.com/office/drawing/2014/main" id="{DB0BFE19-92E2-432D-9E06-36F2A8747397}"/>
              </a:ext>
            </a:extLst>
          </p:cNvPr>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
        <p:nvSpPr>
          <p:cNvPr id="5" name="图片占位符 4">
            <a:extLst>
              <a:ext uri="{FF2B5EF4-FFF2-40B4-BE49-F238E27FC236}">
                <a16:creationId xmlns:a16="http://schemas.microsoft.com/office/drawing/2014/main" id="{F6FF85A4-C3A0-4D0C-92AF-6F4762E6DED8}"/>
              </a:ext>
            </a:extLst>
          </p:cNvPr>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p>
        </p:txBody>
      </p:sp>
    </p:spTree>
    <p:extLst>
      <p:ext uri="{BB962C8B-B14F-4D97-AF65-F5344CB8AC3E}">
        <p14:creationId xmlns:p14="http://schemas.microsoft.com/office/powerpoint/2010/main" val="310454351"/>
      </p:ext>
    </p:extLst>
  </p:cSld>
  <p:clrMapOvr>
    <a:masterClrMapping/>
  </p:clrMapOvr>
  <p:extLst mod="1">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标题 1">
            <a:extLst>
              <a:ext uri="{FF2B5EF4-FFF2-40B4-BE49-F238E27FC236}">
                <a16:creationId xmlns:a16="http://schemas.microsoft.com/office/drawing/2014/main" id="{8F22FD4E-E65A-45E3-8A02-74A1A8B316C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sp>
        <p:nvSpPr>
          <p:cNvPr id="3" name="文本占位符 2">
            <a:extLst>
              <a:ext uri="{FF2B5EF4-FFF2-40B4-BE49-F238E27FC236}">
                <a16:creationId xmlns:a16="http://schemas.microsoft.com/office/drawing/2014/main" id="{30E2DE02-8659-4706-8CD5-61C4D3C2AC15}"/>
              </a:ext>
            </a:extLst>
          </p:cNvPr>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tabLst/>
            </a:pPr>
            <a:r>
              <a:rPr lang="zh-CN" altLang="en-US" dirty="0"/>
              <a:t>单击此处输入本页的结论单击此处输入本页的结论单击此处输入本页的结论</a:t>
            </a:r>
          </a:p>
        </p:txBody>
      </p:sp>
      <p:sp>
        <p:nvSpPr>
          <p:cNvPr id="64" name="文本框 63">
            <a:extLst>
              <a:ext uri="{FF2B5EF4-FFF2-40B4-BE49-F238E27FC236}">
                <a16:creationId xmlns:a16="http://schemas.microsoft.com/office/drawing/2014/main" id="{5714EDAB-B933-4491-9DBA-4C7C4FD8E939}"/>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24439797-4BE0-4F81-A8CC-64A6D9187FF8}"/>
              </a:ext>
            </a:extLst>
          </p:cNvPr>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p>
        </p:txBody>
      </p:sp>
    </p:spTree>
    <p:extLst>
      <p:ext uri="{BB962C8B-B14F-4D97-AF65-F5344CB8AC3E}">
        <p14:creationId xmlns:p14="http://schemas.microsoft.com/office/powerpoint/2010/main" val="4212954581"/>
      </p:ext>
    </p:extLst>
  </p:cSld>
  <p:clrMapOvr>
    <a:masterClrMapping/>
  </p:clrMapOvr>
  <p:extLst mod="1">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E936D758-58FF-4E8C-86BD-EB1FD279A69D}"/>
              </a:ext>
            </a:extLst>
          </p:cNvPr>
          <p:cNvSpPr>
            <a:spLocks noGrp="1"/>
          </p:cNvSpPr>
          <p:nvPr>
            <p:ph type="pic" idx="10"/>
          </p:nvPr>
        </p:nvSpPr>
        <p:spPr>
          <a:xfrm>
            <a:off x="2546350" y="1186670"/>
            <a:ext cx="6170930" cy="2242330"/>
          </a:xfrm>
        </p:spPr>
        <p:txBody>
          <a:bodyPr/>
          <a:lstStyle/>
          <a:p>
            <a:endParaRPr lang="zh-CN" altLang="en-US"/>
          </a:p>
        </p:txBody>
      </p:sp>
      <p:sp>
        <p:nvSpPr>
          <p:cNvPr id="3" name="图片占位符 2">
            <a:extLst>
              <a:ext uri="{FF2B5EF4-FFF2-40B4-BE49-F238E27FC236}">
                <a16:creationId xmlns:a16="http://schemas.microsoft.com/office/drawing/2014/main" id="{E5320648-7829-4F87-AE28-FE15F9A53BCF}"/>
              </a:ext>
            </a:extLst>
          </p:cNvPr>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a:extLst>
              <a:ext uri="{FF2B5EF4-FFF2-40B4-BE49-F238E27FC236}">
                <a16:creationId xmlns:a16="http://schemas.microsoft.com/office/drawing/2014/main" id="{A979AC8D-DFBA-44CD-BCB5-C9CCA905B1FD}"/>
              </a:ext>
            </a:extLst>
          </p:cNvPr>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a:extLst>
              <a:ext uri="{FF2B5EF4-FFF2-40B4-BE49-F238E27FC236}">
                <a16:creationId xmlns:a16="http://schemas.microsoft.com/office/drawing/2014/main" id="{B9DFBE81-F4AD-4D53-B8CE-49E335DF6821}"/>
              </a:ext>
            </a:extLst>
          </p:cNvPr>
          <p:cNvSpPr>
            <a:spLocks noGrp="1"/>
          </p:cNvSpPr>
          <p:nvPr>
            <p:ph type="pic" sz="quarter" idx="13"/>
          </p:nvPr>
        </p:nvSpPr>
        <p:spPr>
          <a:xfrm>
            <a:off x="8839200" y="1186670"/>
            <a:ext cx="2499360" cy="4767090"/>
          </a:xfrm>
          <a:prstGeom prst="rect">
            <a:avLst/>
          </a:prstGeom>
        </p:spPr>
        <p:txBody>
          <a:bodyPr/>
          <a:lstStyle/>
          <a:p>
            <a:endParaRPr lang="zh-CN" altLang="en-US"/>
          </a:p>
        </p:txBody>
      </p:sp>
    </p:spTree>
    <p:extLst>
      <p:ext uri="{BB962C8B-B14F-4D97-AF65-F5344CB8AC3E}">
        <p14:creationId xmlns:p14="http://schemas.microsoft.com/office/powerpoint/2010/main" val="3757660173"/>
      </p:ext>
    </p:extLst>
  </p:cSld>
  <p:clrMapOvr>
    <a:masterClrMapping/>
  </p:clrMapOvr>
  <p:extLst mod="1">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grpSp>
        <p:nvGrpSpPr>
          <p:cNvPr id="121" name="组合 120">
            <a:extLst>
              <a:ext uri="{FF2B5EF4-FFF2-40B4-BE49-F238E27FC236}">
                <a16:creationId xmlns:a16="http://schemas.microsoft.com/office/drawing/2014/main" id="{752A13C3-8076-4A3B-9E60-2D71D978B1DC}"/>
              </a:ext>
            </a:extLst>
          </p:cNvPr>
          <p:cNvGrpSpPr/>
          <p:nvPr userDrawn="1"/>
        </p:nvGrpSpPr>
        <p:grpSpPr>
          <a:xfrm>
            <a:off x="10177780" y="329882"/>
            <a:ext cx="1512002" cy="444892"/>
            <a:chOff x="9556201" y="498129"/>
            <a:chExt cx="1993881" cy="586680"/>
          </a:xfrm>
        </p:grpSpPr>
        <p:grpSp>
          <p:nvGrpSpPr>
            <p:cNvPr id="122" name="组合 121">
              <a:extLst>
                <a:ext uri="{FF2B5EF4-FFF2-40B4-BE49-F238E27FC236}">
                  <a16:creationId xmlns:a16="http://schemas.microsoft.com/office/drawing/2014/main" id="{E27C398B-69FE-4C31-9C38-8ADE52CE9B05}"/>
                </a:ext>
              </a:extLst>
            </p:cNvPr>
            <p:cNvGrpSpPr/>
            <p:nvPr userDrawn="1"/>
          </p:nvGrpSpPr>
          <p:grpSpPr>
            <a:xfrm>
              <a:off x="10239376" y="968937"/>
              <a:ext cx="1307697" cy="96254"/>
              <a:chOff x="4616246" y="3878362"/>
              <a:chExt cx="5571416" cy="410087"/>
            </a:xfrm>
            <a:solidFill>
              <a:schemeClr val="tx1">
                <a:alpha val="80000"/>
              </a:schemeClr>
            </a:solidFill>
          </p:grpSpPr>
          <p:sp>
            <p:nvSpPr>
              <p:cNvPr id="160" name="Freeform 17">
                <a:extLst>
                  <a:ext uri="{FF2B5EF4-FFF2-40B4-BE49-F238E27FC236}">
                    <a16:creationId xmlns:a16="http://schemas.microsoft.com/office/drawing/2014/main" id="{E5B0E9AD-0A05-4036-8DA1-C7E6733E9DF1}"/>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1" name="Freeform 18">
                <a:extLst>
                  <a:ext uri="{FF2B5EF4-FFF2-40B4-BE49-F238E27FC236}">
                    <a16:creationId xmlns:a16="http://schemas.microsoft.com/office/drawing/2014/main" id="{029271E6-BD5F-4E7D-809E-C4511BA4F756}"/>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2" name="Freeform 19">
                <a:extLst>
                  <a:ext uri="{FF2B5EF4-FFF2-40B4-BE49-F238E27FC236}">
                    <a16:creationId xmlns:a16="http://schemas.microsoft.com/office/drawing/2014/main" id="{F0E374B4-1D8A-4254-9BF8-9478B61B7867}"/>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3" name="Freeform 20">
                <a:extLst>
                  <a:ext uri="{FF2B5EF4-FFF2-40B4-BE49-F238E27FC236}">
                    <a16:creationId xmlns:a16="http://schemas.microsoft.com/office/drawing/2014/main" id="{AFBC22B1-E0E5-491D-8D3A-0CADD301B3F1}"/>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4" name="Freeform 21">
                <a:extLst>
                  <a:ext uri="{FF2B5EF4-FFF2-40B4-BE49-F238E27FC236}">
                    <a16:creationId xmlns:a16="http://schemas.microsoft.com/office/drawing/2014/main" id="{52A94EBF-BEA5-40C1-BA72-F097DF0149EB}"/>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5" name="Freeform 22">
                <a:extLst>
                  <a:ext uri="{FF2B5EF4-FFF2-40B4-BE49-F238E27FC236}">
                    <a16:creationId xmlns:a16="http://schemas.microsoft.com/office/drawing/2014/main" id="{13446D84-1439-4CA9-B653-7FB33B0DC865}"/>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6" name="Freeform 23">
                <a:extLst>
                  <a:ext uri="{FF2B5EF4-FFF2-40B4-BE49-F238E27FC236}">
                    <a16:creationId xmlns:a16="http://schemas.microsoft.com/office/drawing/2014/main" id="{E2D267E0-CB35-4383-8A83-2AE643C7ECFF}"/>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7" name="Freeform 25">
                <a:extLst>
                  <a:ext uri="{FF2B5EF4-FFF2-40B4-BE49-F238E27FC236}">
                    <a16:creationId xmlns:a16="http://schemas.microsoft.com/office/drawing/2014/main" id="{42C70476-1D30-4F1C-8855-748E43ECBF5C}"/>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8" name="Freeform 27">
                <a:extLst>
                  <a:ext uri="{FF2B5EF4-FFF2-40B4-BE49-F238E27FC236}">
                    <a16:creationId xmlns:a16="http://schemas.microsoft.com/office/drawing/2014/main" id="{4136D2AD-C6EE-4398-B384-19DEE0F1B390}"/>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69" name="Freeform 29">
                <a:extLst>
                  <a:ext uri="{FF2B5EF4-FFF2-40B4-BE49-F238E27FC236}">
                    <a16:creationId xmlns:a16="http://schemas.microsoft.com/office/drawing/2014/main" id="{26056B2E-6223-4FEE-8248-F2EA17DBAF5B}"/>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0" name="Freeform 30">
                <a:extLst>
                  <a:ext uri="{FF2B5EF4-FFF2-40B4-BE49-F238E27FC236}">
                    <a16:creationId xmlns:a16="http://schemas.microsoft.com/office/drawing/2014/main" id="{006B390B-42C2-4B79-90D3-881CC2CFDCE9}"/>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1" name="Freeform 31">
                <a:extLst>
                  <a:ext uri="{FF2B5EF4-FFF2-40B4-BE49-F238E27FC236}">
                    <a16:creationId xmlns:a16="http://schemas.microsoft.com/office/drawing/2014/main" id="{50061FAB-489C-4780-AFC9-07435CFCBEA5}"/>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2" name="Freeform 32">
                <a:extLst>
                  <a:ext uri="{FF2B5EF4-FFF2-40B4-BE49-F238E27FC236}">
                    <a16:creationId xmlns:a16="http://schemas.microsoft.com/office/drawing/2014/main" id="{D30E14B5-5B2E-42F0-B3FB-A799A167FB3B}"/>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3" name="Freeform 33">
                <a:extLst>
                  <a:ext uri="{FF2B5EF4-FFF2-40B4-BE49-F238E27FC236}">
                    <a16:creationId xmlns:a16="http://schemas.microsoft.com/office/drawing/2014/main" id="{80557463-D295-47EE-83FE-4E7C2CFE5CA8}"/>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4" name="Freeform 34">
                <a:extLst>
                  <a:ext uri="{FF2B5EF4-FFF2-40B4-BE49-F238E27FC236}">
                    <a16:creationId xmlns:a16="http://schemas.microsoft.com/office/drawing/2014/main" id="{59C332FA-9D18-4C13-8F66-7832ED72F4F6}"/>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75" name="Freeform 35">
                <a:extLst>
                  <a:ext uri="{FF2B5EF4-FFF2-40B4-BE49-F238E27FC236}">
                    <a16:creationId xmlns:a16="http://schemas.microsoft.com/office/drawing/2014/main" id="{65E12940-8A45-4E0C-84AF-6AA4577F53A2}"/>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3" name="组合 122">
              <a:extLst>
                <a:ext uri="{FF2B5EF4-FFF2-40B4-BE49-F238E27FC236}">
                  <a16:creationId xmlns:a16="http://schemas.microsoft.com/office/drawing/2014/main" id="{F4DC8654-6333-43BF-BBD2-8CC0F92462C8}"/>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48" name="Freeform 9">
                <a:extLst>
                  <a:ext uri="{FF2B5EF4-FFF2-40B4-BE49-F238E27FC236}">
                    <a16:creationId xmlns:a16="http://schemas.microsoft.com/office/drawing/2014/main" id="{1BD02196-28F9-45E0-99D4-C63C486392BF}"/>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49" name="Freeform 10">
                <a:extLst>
                  <a:ext uri="{FF2B5EF4-FFF2-40B4-BE49-F238E27FC236}">
                    <a16:creationId xmlns:a16="http://schemas.microsoft.com/office/drawing/2014/main" id="{F635BA25-F85D-4FD0-B0FF-9852A3FB35CC}"/>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0" name="Freeform 11">
                <a:extLst>
                  <a:ext uri="{FF2B5EF4-FFF2-40B4-BE49-F238E27FC236}">
                    <a16:creationId xmlns:a16="http://schemas.microsoft.com/office/drawing/2014/main" id="{3039E95C-D1CC-46F7-9248-92AECF3DF875}"/>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1" name="Freeform 12">
                <a:extLst>
                  <a:ext uri="{FF2B5EF4-FFF2-40B4-BE49-F238E27FC236}">
                    <a16:creationId xmlns:a16="http://schemas.microsoft.com/office/drawing/2014/main" id="{D829A78B-B6EB-4549-B14A-40D05309B0CA}"/>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2" name="Freeform 13">
                <a:extLst>
                  <a:ext uri="{FF2B5EF4-FFF2-40B4-BE49-F238E27FC236}">
                    <a16:creationId xmlns:a16="http://schemas.microsoft.com/office/drawing/2014/main" id="{E842F311-7DA4-44B7-A236-43EEB282428F}"/>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3" name="Freeform 14">
                <a:extLst>
                  <a:ext uri="{FF2B5EF4-FFF2-40B4-BE49-F238E27FC236}">
                    <a16:creationId xmlns:a16="http://schemas.microsoft.com/office/drawing/2014/main" id="{170B97E9-7C5C-402F-9D53-9AA87182C27F}"/>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4" name="Freeform 15">
                <a:extLst>
                  <a:ext uri="{FF2B5EF4-FFF2-40B4-BE49-F238E27FC236}">
                    <a16:creationId xmlns:a16="http://schemas.microsoft.com/office/drawing/2014/main" id="{8F85E7F0-D6E4-48F0-A113-2A9E57A84215}"/>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5" name="Freeform 16">
                <a:extLst>
                  <a:ext uri="{FF2B5EF4-FFF2-40B4-BE49-F238E27FC236}">
                    <a16:creationId xmlns:a16="http://schemas.microsoft.com/office/drawing/2014/main" id="{9AA89938-51FC-49D9-8A20-AE9CA39EDED4}"/>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6" name="Freeform 24">
                <a:extLst>
                  <a:ext uri="{FF2B5EF4-FFF2-40B4-BE49-F238E27FC236}">
                    <a16:creationId xmlns:a16="http://schemas.microsoft.com/office/drawing/2014/main" id="{1DA43A21-B3DE-46D7-8042-B68A4F8A950B}"/>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7" name="Freeform 26">
                <a:extLst>
                  <a:ext uri="{FF2B5EF4-FFF2-40B4-BE49-F238E27FC236}">
                    <a16:creationId xmlns:a16="http://schemas.microsoft.com/office/drawing/2014/main" id="{6DFF31B1-CB8C-4F29-A011-B6B43254D88F}"/>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8" name="Freeform 28">
                <a:extLst>
                  <a:ext uri="{FF2B5EF4-FFF2-40B4-BE49-F238E27FC236}">
                    <a16:creationId xmlns:a16="http://schemas.microsoft.com/office/drawing/2014/main" id="{B14ACCE6-5193-44FD-9E60-94C9373CFBD8}"/>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sp>
            <p:nvSpPr>
              <p:cNvPr id="159" name="Freeform 36">
                <a:extLst>
                  <a:ext uri="{FF2B5EF4-FFF2-40B4-BE49-F238E27FC236}">
                    <a16:creationId xmlns:a16="http://schemas.microsoft.com/office/drawing/2014/main" id="{F6CDB00C-7145-4426-A859-8B3F49920A82}"/>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F0502020204030204"/>
                  <a:ea typeface="Microsoft YaHei"/>
                  <a:cs typeface="+mn-cs"/>
                </a:endParaRPr>
              </a:p>
            </p:txBody>
          </p:sp>
        </p:grpSp>
        <p:grpSp>
          <p:nvGrpSpPr>
            <p:cNvPr id="124" name="组合 123">
              <a:extLst>
                <a:ext uri="{FF2B5EF4-FFF2-40B4-BE49-F238E27FC236}">
                  <a16:creationId xmlns:a16="http://schemas.microsoft.com/office/drawing/2014/main" id="{E14EA76D-2E8A-4D79-AD0E-2D65074F86B6}"/>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25" name="Freeform 8">
                <a:extLst>
                  <a:ext uri="{FF2B5EF4-FFF2-40B4-BE49-F238E27FC236}">
                    <a16:creationId xmlns:a16="http://schemas.microsoft.com/office/drawing/2014/main" id="{FC735164-8305-4898-8587-92D4181A886B}"/>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6" name="Freeform 42">
                <a:extLst>
                  <a:ext uri="{FF2B5EF4-FFF2-40B4-BE49-F238E27FC236}">
                    <a16:creationId xmlns:a16="http://schemas.microsoft.com/office/drawing/2014/main" id="{23AA2149-2C7A-434E-8E58-7FF8833789C6}"/>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7" name="Freeform 43">
                <a:extLst>
                  <a:ext uri="{FF2B5EF4-FFF2-40B4-BE49-F238E27FC236}">
                    <a16:creationId xmlns:a16="http://schemas.microsoft.com/office/drawing/2014/main" id="{DADC64E0-1756-4B00-B739-1AE2D64609EB}"/>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8" name="Freeform 44">
                <a:extLst>
                  <a:ext uri="{FF2B5EF4-FFF2-40B4-BE49-F238E27FC236}">
                    <a16:creationId xmlns:a16="http://schemas.microsoft.com/office/drawing/2014/main" id="{02AD4B8E-9C4D-4F37-AAC6-126B7F819AAC}"/>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29" name="Freeform 45">
                <a:extLst>
                  <a:ext uri="{FF2B5EF4-FFF2-40B4-BE49-F238E27FC236}">
                    <a16:creationId xmlns:a16="http://schemas.microsoft.com/office/drawing/2014/main" id="{F2C56637-AD32-41CD-B904-7FDE5C590999}"/>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0" name="Freeform 46">
                <a:extLst>
                  <a:ext uri="{FF2B5EF4-FFF2-40B4-BE49-F238E27FC236}">
                    <a16:creationId xmlns:a16="http://schemas.microsoft.com/office/drawing/2014/main" id="{F032975D-CF69-4B09-BA05-72D32078755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1" name="Freeform 47">
                <a:extLst>
                  <a:ext uri="{FF2B5EF4-FFF2-40B4-BE49-F238E27FC236}">
                    <a16:creationId xmlns:a16="http://schemas.microsoft.com/office/drawing/2014/main" id="{6B6AC068-0EBD-48BD-AE1C-D7481884A830}"/>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2" name="Freeform 48">
                <a:extLst>
                  <a:ext uri="{FF2B5EF4-FFF2-40B4-BE49-F238E27FC236}">
                    <a16:creationId xmlns:a16="http://schemas.microsoft.com/office/drawing/2014/main" id="{ACE3F796-5431-4E6C-AC15-7A788620661A}"/>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3" name="Freeform 49">
                <a:extLst>
                  <a:ext uri="{FF2B5EF4-FFF2-40B4-BE49-F238E27FC236}">
                    <a16:creationId xmlns:a16="http://schemas.microsoft.com/office/drawing/2014/main" id="{74BEA9AB-D681-42C2-B138-90AE983F451A}"/>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4" name="Freeform 50">
                <a:extLst>
                  <a:ext uri="{FF2B5EF4-FFF2-40B4-BE49-F238E27FC236}">
                    <a16:creationId xmlns:a16="http://schemas.microsoft.com/office/drawing/2014/main" id="{B4841AFA-06F6-4DE5-A44B-C6843FC702AD}"/>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5" name="Freeform 51">
                <a:extLst>
                  <a:ext uri="{FF2B5EF4-FFF2-40B4-BE49-F238E27FC236}">
                    <a16:creationId xmlns:a16="http://schemas.microsoft.com/office/drawing/2014/main" id="{5C773B7E-DC0A-4C6F-81E7-947211B53E3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6" name="Freeform 52">
                <a:extLst>
                  <a:ext uri="{FF2B5EF4-FFF2-40B4-BE49-F238E27FC236}">
                    <a16:creationId xmlns:a16="http://schemas.microsoft.com/office/drawing/2014/main" id="{B85BE9AC-6F60-4FB5-8137-FF34C3DC57D8}"/>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7" name="Freeform 53">
                <a:extLst>
                  <a:ext uri="{FF2B5EF4-FFF2-40B4-BE49-F238E27FC236}">
                    <a16:creationId xmlns:a16="http://schemas.microsoft.com/office/drawing/2014/main" id="{8F1A2BEF-DE60-43BE-9443-E64E95C8AB6F}"/>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8" name="Freeform 54">
                <a:extLst>
                  <a:ext uri="{FF2B5EF4-FFF2-40B4-BE49-F238E27FC236}">
                    <a16:creationId xmlns:a16="http://schemas.microsoft.com/office/drawing/2014/main" id="{854BFC4C-273E-4CD3-AA7A-F6841F6A1E71}"/>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39" name="Freeform 55">
                <a:extLst>
                  <a:ext uri="{FF2B5EF4-FFF2-40B4-BE49-F238E27FC236}">
                    <a16:creationId xmlns:a16="http://schemas.microsoft.com/office/drawing/2014/main" id="{539B124B-7DF4-4150-9E44-C8FF73B41E51}"/>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0" name="Freeform 56">
                <a:extLst>
                  <a:ext uri="{FF2B5EF4-FFF2-40B4-BE49-F238E27FC236}">
                    <a16:creationId xmlns:a16="http://schemas.microsoft.com/office/drawing/2014/main" id="{67B36885-76BA-4B87-9989-58BAB32207E3}"/>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1" name="Freeform 57">
                <a:extLst>
                  <a:ext uri="{FF2B5EF4-FFF2-40B4-BE49-F238E27FC236}">
                    <a16:creationId xmlns:a16="http://schemas.microsoft.com/office/drawing/2014/main" id="{4018EAC7-7004-4BD9-9402-D3B0CA3BFADB}"/>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2" name="Freeform 58">
                <a:extLst>
                  <a:ext uri="{FF2B5EF4-FFF2-40B4-BE49-F238E27FC236}">
                    <a16:creationId xmlns:a16="http://schemas.microsoft.com/office/drawing/2014/main" id="{35BAD759-B240-4EB7-9681-EBBBFAC24096}"/>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3" name="Freeform 59">
                <a:extLst>
                  <a:ext uri="{FF2B5EF4-FFF2-40B4-BE49-F238E27FC236}">
                    <a16:creationId xmlns:a16="http://schemas.microsoft.com/office/drawing/2014/main" id="{8E8CE081-A623-4054-907F-BB84B3247BC2}"/>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4" name="Freeform 60">
                <a:extLst>
                  <a:ext uri="{FF2B5EF4-FFF2-40B4-BE49-F238E27FC236}">
                    <a16:creationId xmlns:a16="http://schemas.microsoft.com/office/drawing/2014/main" id="{404E5F0E-9B1C-4DFA-8827-BB06ABFB6B59}"/>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5" name="Freeform 61">
                <a:extLst>
                  <a:ext uri="{FF2B5EF4-FFF2-40B4-BE49-F238E27FC236}">
                    <a16:creationId xmlns:a16="http://schemas.microsoft.com/office/drawing/2014/main" id="{203E702D-7AE6-4B01-B868-0C7BE3CB52D1}"/>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6" name="Freeform 62">
                <a:extLst>
                  <a:ext uri="{FF2B5EF4-FFF2-40B4-BE49-F238E27FC236}">
                    <a16:creationId xmlns:a16="http://schemas.microsoft.com/office/drawing/2014/main" id="{00A3E78C-A2CF-4F84-BD83-F8BEF41AD073}"/>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sp>
            <p:nvSpPr>
              <p:cNvPr id="147" name="Freeform 71">
                <a:extLst>
                  <a:ext uri="{FF2B5EF4-FFF2-40B4-BE49-F238E27FC236}">
                    <a16:creationId xmlns:a16="http://schemas.microsoft.com/office/drawing/2014/main" id="{0265EC9A-215C-4451-94F2-BA2294AE20B1}"/>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F0502020204030204"/>
                  <a:ea typeface="Microsoft YaHei"/>
                  <a:cs typeface="+mn-cs"/>
                </a:endParaRPr>
              </a:p>
            </p:txBody>
          </p:sp>
        </p:grpSp>
      </p:grpSp>
      <p:sp>
        <p:nvSpPr>
          <p:cNvPr id="176" name="标题 1">
            <a:extLst>
              <a:ext uri="{FF2B5EF4-FFF2-40B4-BE49-F238E27FC236}">
                <a16:creationId xmlns:a16="http://schemas.microsoft.com/office/drawing/2014/main" id="{A029B501-2847-412D-8A34-C4C9BFB8FA29}"/>
              </a:ext>
            </a:extLst>
          </p:cNvPr>
          <p:cNvSpPr>
            <a:spLocks noGrp="1"/>
          </p:cNvSpPr>
          <p:nvPr>
            <p:ph type="title" hasCustomPrompt="1"/>
          </p:nvPr>
        </p:nvSpPr>
        <p:spPr>
          <a:xfrm>
            <a:off x="442913" y="243569"/>
            <a:ext cx="9056851" cy="617518"/>
          </a:xfrm>
        </p:spPr>
        <p:txBody>
          <a:bodyPr>
            <a:normAutofit/>
          </a:bodyPr>
          <a:lstStyle>
            <a:lvl1pPr algn="l" defTabSz="914400" rtl="0" eaLnBrk="1" latinLnBrk="0" hangingPunct="1">
              <a:lnSpc>
                <a:spcPct val="90000"/>
              </a:lnSpc>
              <a:spcBef>
                <a:spcPct val="0"/>
              </a:spcBef>
              <a:buNone/>
              <a:defRPr lang="zh-CN" altLang="en-US" sz="2400" b="1" kern="1200" baseline="0" dirty="0">
                <a:solidFill>
                  <a:schemeClr val="accent1"/>
                </a:solidFill>
                <a:latin typeface="Arial" panose="020B0604020202020204" pitchFamily="34" charset="0"/>
                <a:ea typeface="微软雅黑" panose="020B0503020204020204" pitchFamily="34" charset="-122"/>
                <a:cs typeface="+mn-ea"/>
              </a:defRPr>
            </a:lvl1pPr>
          </a:lstStyle>
          <a:p>
            <a:r>
              <a:rPr lang="en-US" altLang="zh-CN" dirty="0"/>
              <a:t>X.X  </a:t>
            </a:r>
            <a:r>
              <a:rPr lang="zh-CN" altLang="en-US" dirty="0"/>
              <a:t>单击此处输入标题</a:t>
            </a:r>
          </a:p>
        </p:txBody>
      </p:sp>
      <p:grpSp>
        <p:nvGrpSpPr>
          <p:cNvPr id="177" name="组合 176">
            <a:extLst>
              <a:ext uri="{FF2B5EF4-FFF2-40B4-BE49-F238E27FC236}">
                <a16:creationId xmlns:a16="http://schemas.microsoft.com/office/drawing/2014/main" id="{6C8FB0F2-E609-4DAC-AB11-F95107BFE505}"/>
              </a:ext>
            </a:extLst>
          </p:cNvPr>
          <p:cNvGrpSpPr/>
          <p:nvPr userDrawn="1"/>
        </p:nvGrpSpPr>
        <p:grpSpPr>
          <a:xfrm>
            <a:off x="528706" y="867990"/>
            <a:ext cx="2433027" cy="0"/>
            <a:chOff x="7460343" y="1311756"/>
            <a:chExt cx="2433027" cy="0"/>
          </a:xfrm>
        </p:grpSpPr>
        <p:cxnSp>
          <p:nvCxnSpPr>
            <p:cNvPr id="178" name="直接连接符 177">
              <a:extLst>
                <a:ext uri="{FF2B5EF4-FFF2-40B4-BE49-F238E27FC236}">
                  <a16:creationId xmlns:a16="http://schemas.microsoft.com/office/drawing/2014/main" id="{0B974DCA-43CD-4CCE-AA3A-6B26A93AA425}"/>
                </a:ext>
              </a:extLst>
            </p:cNvPr>
            <p:cNvCxnSpPr>
              <a:cxnSpLocks/>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41D435DD-C47F-4708-B422-342FDD1F8EB1}"/>
                </a:ext>
              </a:extLst>
            </p:cNvPr>
            <p:cNvCxnSpPr>
              <a:cxnSpLocks/>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a:extLst>
              <a:ext uri="{FF2B5EF4-FFF2-40B4-BE49-F238E27FC236}">
                <a16:creationId xmlns:a16="http://schemas.microsoft.com/office/drawing/2014/main" id="{553F13DD-45BC-4F3B-9DF1-AE612D3E2637}"/>
              </a:ext>
            </a:extLst>
          </p:cNvPr>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r>
              <a:rPr lang="en-US" altLang="zh-CN"/>
              <a:t>&lt; </a:t>
            </a:r>
            <a:fld id="{A548B57D-AE10-4CF7-A9DF-59FEFA91B28E}" type="slidenum">
              <a:rPr lang="zh-CN" altLang="en-US" smtClean="0"/>
              <a:pPr/>
              <a:t>‹#›</a:t>
            </a:fld>
            <a:r>
              <a:rPr lang="zh-CN" altLang="en-US"/>
              <a:t> </a:t>
            </a:r>
            <a:r>
              <a:rPr lang="en-US" altLang="zh-CN"/>
              <a:t>&gt;</a:t>
            </a:r>
            <a:endParaRPr lang="zh-CN" altLang="en-US" dirty="0"/>
          </a:p>
        </p:txBody>
      </p:sp>
      <p:sp>
        <p:nvSpPr>
          <p:cNvPr id="63" name="文本框 62">
            <a:extLst>
              <a:ext uri="{FF2B5EF4-FFF2-40B4-BE49-F238E27FC236}">
                <a16:creationId xmlns:a16="http://schemas.microsoft.com/office/drawing/2014/main" id="{E1F02CE6-DCDF-458C-8C9E-36CAA35D4B77}"/>
              </a:ext>
            </a:extLst>
          </p:cNvPr>
          <p:cNvSpPr txBox="1"/>
          <p:nvPr userDrawn="1"/>
        </p:nvSpPr>
        <p:spPr>
          <a:xfrm>
            <a:off x="442913" y="6394353"/>
            <a:ext cx="1545907" cy="276999"/>
          </a:xfrm>
          <a:prstGeom prst="rect">
            <a:avLst/>
          </a:prstGeom>
          <a:noFill/>
        </p:spPr>
        <p:txBody>
          <a:bodyPr wrap="square" rtlCol="0">
            <a:spAutoFit/>
          </a:bodyPr>
          <a:lstStyle/>
          <a:p>
            <a:r>
              <a:rPr lang="zh-CN" altLang="en-US" sz="1200" dirty="0">
                <a:solidFill>
                  <a:schemeClr val="tx1">
                    <a:lumMod val="50000"/>
                    <a:lumOff val="50000"/>
                  </a:schemeClr>
                </a:solidFill>
                <a:cs typeface="+mn-ea"/>
                <a:sym typeface="+mn-lt"/>
              </a:rPr>
              <a:t>思想自由 兼容并包</a:t>
            </a:r>
          </a:p>
        </p:txBody>
      </p:sp>
      <p:sp>
        <p:nvSpPr>
          <p:cNvPr id="2" name="图片占位符 1">
            <a:extLst>
              <a:ext uri="{FF2B5EF4-FFF2-40B4-BE49-F238E27FC236}">
                <a16:creationId xmlns:a16="http://schemas.microsoft.com/office/drawing/2014/main" id="{D35FCF2F-C01A-4F00-99E1-57D953605B1F}"/>
              </a:ext>
            </a:extLst>
          </p:cNvPr>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spTree>
    <p:extLst>
      <p:ext uri="{BB962C8B-B14F-4D97-AF65-F5344CB8AC3E}">
        <p14:creationId xmlns:p14="http://schemas.microsoft.com/office/powerpoint/2010/main" val="2144750920"/>
      </p:ext>
    </p:extLst>
  </p:cSld>
  <p:clrMapOvr>
    <a:masterClrMapping/>
  </p:clrMapOvr>
  <p:extLst mod="1">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18152792"/>
      </p:ext>
    </p:extLst>
  </p:cSld>
  <p:clrMap bg1="lt1" tx1="dk1" bg2="lt2" tx2="dk2" accent1="accent1" accent2="accent2" accent3="accent3" accent4="accent4" accent5="accent5" accent6="accent6" hlink="hlink" folHlink="folHlink"/>
  <p:sldLayoutIdLst>
    <p:sldLayoutId id="2147483694" r:id="rId1"/>
    <p:sldLayoutId id="2147483684" r:id="rId2"/>
    <p:sldLayoutId id="2147483685" r:id="rId3"/>
    <p:sldLayoutId id="2147483686" r:id="rId4"/>
    <p:sldLayoutId id="2147483680" r:id="rId5"/>
    <p:sldLayoutId id="2147483681" r:id="rId6"/>
    <p:sldLayoutId id="2147483691" r:id="rId7"/>
    <p:sldLayoutId id="2147483689" r:id="rId8"/>
    <p:sldLayoutId id="2147483688" r:id="rId9"/>
    <p:sldLayoutId id="2147483657" r:id="rId10"/>
    <p:sldLayoutId id="2147483690" r:id="rId11"/>
    <p:sldLayoutId id="2147483692" r:id="rId12"/>
    <p:sldLayoutId id="2147483704" r:id="rId13"/>
    <p:sldLayoutId id="2147483695" r:id="rId14"/>
    <p:sldLayoutId id="2147483700" r:id="rId15"/>
    <p:sldLayoutId id="2147483701" r:id="rId16"/>
    <p:sldLayoutId id="2147483703" r:id="rId17"/>
    <p:sldLayoutId id="2147483702" r:id="rId18"/>
    <p:sldLayoutId id="2147483705" r:id="rId19"/>
    <p:sldLayoutId id="2147483706"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6602065-9875-489D-9807-49A056F143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7D4D4825-E8D7-49E3-9C98-FB2E3CB1C2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3485235"/>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图片 64">
            <a:extLst>
              <a:ext uri="{FF2B5EF4-FFF2-40B4-BE49-F238E27FC236}">
                <a16:creationId xmlns:a16="http://schemas.microsoft.com/office/drawing/2014/main" id="{4D18365F-4A48-4CE4-9AA6-6F0337A2FE73}"/>
              </a:ext>
            </a:extLst>
          </p:cNvPr>
          <p:cNvPicPr>
            <a:picLocks noChangeAspect="1"/>
          </p:cNvPicPr>
          <p:nvPr/>
        </p:nvPicPr>
        <p:blipFill>
          <a:blip r:embed="rId3"/>
          <a:stretch>
            <a:fillRect/>
          </a:stretch>
        </p:blipFill>
        <p:spPr>
          <a:xfrm>
            <a:off x="0" y="0"/>
            <a:ext cx="12192000" cy="6858000"/>
          </a:xfrm>
          <a:prstGeom prst="rect">
            <a:avLst/>
          </a:prstGeom>
        </p:spPr>
      </p:pic>
      <p:sp>
        <p:nvSpPr>
          <p:cNvPr id="3" name="矩形 2">
            <a:extLst>
              <a:ext uri="{FF2B5EF4-FFF2-40B4-BE49-F238E27FC236}">
                <a16:creationId xmlns:a16="http://schemas.microsoft.com/office/drawing/2014/main" id="{215653C9-8294-4422-939A-19987AE380D1}"/>
              </a:ext>
            </a:extLst>
          </p:cNvPr>
          <p:cNvSpPr/>
          <p:nvPr/>
        </p:nvSpPr>
        <p:spPr>
          <a:xfrm flipV="1">
            <a:off x="0" y="6802310"/>
            <a:ext cx="12192000" cy="62214"/>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grpSp>
        <p:nvGrpSpPr>
          <p:cNvPr id="60" name="组合 59">
            <a:extLst>
              <a:ext uri="{FF2B5EF4-FFF2-40B4-BE49-F238E27FC236}">
                <a16:creationId xmlns:a16="http://schemas.microsoft.com/office/drawing/2014/main" id="{BDC6A7D0-6E67-403B-BF91-D55C89027496}"/>
              </a:ext>
            </a:extLst>
          </p:cNvPr>
          <p:cNvGrpSpPr/>
          <p:nvPr/>
        </p:nvGrpSpPr>
        <p:grpSpPr>
          <a:xfrm>
            <a:off x="4808492" y="3912806"/>
            <a:ext cx="5156226" cy="369332"/>
            <a:chOff x="4577946" y="6373313"/>
            <a:chExt cx="6243247" cy="369332"/>
          </a:xfrm>
        </p:grpSpPr>
        <p:sp>
          <p:nvSpPr>
            <p:cNvPr id="62" name="文本框 61">
              <a:extLst>
                <a:ext uri="{FF2B5EF4-FFF2-40B4-BE49-F238E27FC236}">
                  <a16:creationId xmlns:a16="http://schemas.microsoft.com/office/drawing/2014/main" id="{1DDBF6FE-C912-49E0-B9B7-7A31383249F9}"/>
                </a:ext>
              </a:extLst>
            </p:cNvPr>
            <p:cNvSpPr txBox="1"/>
            <p:nvPr/>
          </p:nvSpPr>
          <p:spPr>
            <a:xfrm>
              <a:off x="4577946" y="6373313"/>
              <a:ext cx="3036108" cy="369332"/>
            </a:xfrm>
            <a:prstGeom prst="rect">
              <a:avLst/>
            </a:prstGeom>
            <a:noFill/>
          </p:spPr>
          <p:txBody>
            <a:bodyPr wrap="square" rtlCol="0">
              <a:spAutoFit/>
            </a:bodyPr>
            <a:lstStyle/>
            <a:p>
              <a:pPr algn="ctr"/>
              <a:r>
                <a:rPr lang="en-US" altLang="zh-CN" dirty="0">
                  <a:solidFill>
                    <a:srgbClr val="222A35"/>
                  </a:solidFill>
                  <a:latin typeface="Arial" panose="020B0604020202020204" pitchFamily="34" charset="0"/>
                  <a:ea typeface="Microsoft YaHei" panose="020B0503020204020204" pitchFamily="34" charset="-122"/>
                  <a:cs typeface="+mn-ea"/>
                  <a:sym typeface="Arial" panose="020B0604020202020204" pitchFamily="34" charset="0"/>
                </a:rPr>
                <a:t>11.1</a:t>
              </a:r>
              <a:endParaRPr lang="zh-CN" altLang="en-US" dirty="0">
                <a:solidFill>
                  <a:srgbClr val="222A35"/>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63" name="文本框 62">
              <a:extLst>
                <a:ext uri="{FF2B5EF4-FFF2-40B4-BE49-F238E27FC236}">
                  <a16:creationId xmlns:a16="http://schemas.microsoft.com/office/drawing/2014/main" id="{DDB0F563-B677-43B2-AD0F-DE194E8F02BD}"/>
                </a:ext>
              </a:extLst>
            </p:cNvPr>
            <p:cNvSpPr txBox="1"/>
            <p:nvPr/>
          </p:nvSpPr>
          <p:spPr>
            <a:xfrm>
              <a:off x="7785085" y="6373313"/>
              <a:ext cx="3036108" cy="369332"/>
            </a:xfrm>
            <a:prstGeom prst="rect">
              <a:avLst/>
            </a:prstGeom>
            <a:noFill/>
          </p:spPr>
          <p:txBody>
            <a:bodyPr wrap="square" rtlCol="0">
              <a:spAutoFit/>
            </a:bodyPr>
            <a:lstStyle/>
            <a:p>
              <a:pPr algn="r"/>
              <a:endParaRPr lang="zh-CN" altLang="en-US" dirty="0">
                <a:solidFill>
                  <a:srgbClr val="222A35"/>
                </a:solidFill>
                <a:latin typeface="Arial" panose="020B0604020202020204" pitchFamily="34" charset="0"/>
                <a:ea typeface="Microsoft YaHei" panose="020B0503020204020204" pitchFamily="34" charset="-122"/>
                <a:cs typeface="+mn-ea"/>
                <a:sym typeface="Arial" panose="020B0604020202020204" pitchFamily="34" charset="0"/>
              </a:endParaRPr>
            </a:p>
          </p:txBody>
        </p:sp>
      </p:grpSp>
      <p:sp>
        <p:nvSpPr>
          <p:cNvPr id="64" name="矩形 63">
            <a:extLst>
              <a:ext uri="{FF2B5EF4-FFF2-40B4-BE49-F238E27FC236}">
                <a16:creationId xmlns:a16="http://schemas.microsoft.com/office/drawing/2014/main" id="{59B2B4BE-7386-4C70-9386-6FB1093811F4}"/>
              </a:ext>
            </a:extLst>
          </p:cNvPr>
          <p:cNvSpPr/>
          <p:nvPr/>
        </p:nvSpPr>
        <p:spPr>
          <a:xfrm>
            <a:off x="5788650" y="4351315"/>
            <a:ext cx="665278" cy="45720"/>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zh-CN" altLang="en-US">
              <a:solidFill>
                <a:srgbClr val="FF0000"/>
              </a:solidFill>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34" name="矩形 33">
            <a:extLst>
              <a:ext uri="{FF2B5EF4-FFF2-40B4-BE49-F238E27FC236}">
                <a16:creationId xmlns:a16="http://schemas.microsoft.com/office/drawing/2014/main" id="{64E8B448-9F20-49E7-92A9-4158C9CAFB88}"/>
              </a:ext>
            </a:extLst>
          </p:cNvPr>
          <p:cNvSpPr/>
          <p:nvPr/>
        </p:nvSpPr>
        <p:spPr>
          <a:xfrm>
            <a:off x="1290320" y="2530944"/>
            <a:ext cx="9611360" cy="707886"/>
          </a:xfrm>
          <a:prstGeom prst="rect">
            <a:avLst/>
          </a:prstGeom>
          <a:effectLst>
            <a:outerShdw blurRad="63500" sx="102000" sy="102000" algn="ctr" rotWithShape="0">
              <a:prstClr val="black">
                <a:alpha val="40000"/>
              </a:prstClr>
            </a:outerShdw>
          </a:effectLst>
        </p:spPr>
        <p:txBody>
          <a:bodyPr wrap="square">
            <a:spAutoFit/>
          </a:bodyPr>
          <a:lstStyle/>
          <a:p>
            <a:pPr algn="ctr">
              <a:defRPr/>
            </a:pPr>
            <a:r>
              <a:rPr lang="zh-CN" altLang="en-US" sz="4000" b="1" spc="300" dirty="0">
                <a:solidFill>
                  <a:schemeClr val="tx1">
                    <a:lumMod val="85000"/>
                    <a:lumOff val="15000"/>
                  </a:schemeClr>
                </a:solidFill>
                <a:latin typeface="Arial" panose="020B0604020202020204" pitchFamily="34" charset="0"/>
                <a:ea typeface="Microsoft YaHei" panose="020B0503020204020204" pitchFamily="34" charset="-122"/>
                <a:cs typeface="+mn-ea"/>
                <a:sym typeface="Arial" panose="020B0604020202020204" pitchFamily="34" charset="0"/>
              </a:rPr>
              <a:t>计概</a:t>
            </a:r>
            <a:r>
              <a:rPr lang="en-US" altLang="zh-CN" sz="4000" b="1" spc="300" dirty="0">
                <a:solidFill>
                  <a:schemeClr val="tx1">
                    <a:lumMod val="85000"/>
                    <a:lumOff val="15000"/>
                  </a:schemeClr>
                </a:solidFill>
                <a:latin typeface="Arial" panose="020B0604020202020204" pitchFamily="34" charset="0"/>
                <a:ea typeface="Microsoft YaHei" panose="020B0503020204020204" pitchFamily="34" charset="-122"/>
                <a:cs typeface="+mn-ea"/>
                <a:sym typeface="Arial" panose="020B0604020202020204" pitchFamily="34" charset="0"/>
              </a:rPr>
              <a:t>A</a:t>
            </a:r>
            <a:r>
              <a:rPr lang="zh-CN" altLang="en-US" sz="4000" b="1" spc="300" dirty="0">
                <a:solidFill>
                  <a:schemeClr val="tx1">
                    <a:lumMod val="85000"/>
                    <a:lumOff val="15000"/>
                  </a:schemeClr>
                </a:solidFill>
                <a:latin typeface="Arial" panose="020B0604020202020204" pitchFamily="34" charset="0"/>
                <a:ea typeface="Microsoft YaHei" panose="020B0503020204020204" pitchFamily="34" charset="-122"/>
                <a:cs typeface="+mn-ea"/>
                <a:sym typeface="Arial" panose="020B0604020202020204" pitchFamily="34" charset="0"/>
              </a:rPr>
              <a:t>期中复习</a:t>
            </a:r>
            <a:r>
              <a:rPr lang="en-US" altLang="zh-CN" sz="4000" b="1" spc="300" dirty="0">
                <a:solidFill>
                  <a:schemeClr val="tx1">
                    <a:lumMod val="85000"/>
                    <a:lumOff val="15000"/>
                  </a:schemeClr>
                </a:solidFill>
                <a:latin typeface="Arial" panose="020B0604020202020204" pitchFamily="34" charset="0"/>
                <a:ea typeface="Microsoft YaHei" panose="020B0503020204020204" pitchFamily="34" charset="-122"/>
                <a:cs typeface="+mn-ea"/>
                <a:sym typeface="Arial" panose="020B0604020202020204" pitchFamily="34" charset="0"/>
              </a:rPr>
              <a:t>-2026</a:t>
            </a:r>
            <a:r>
              <a:rPr lang="zh-CN" altLang="en-US" sz="4000" b="1" spc="300" dirty="0">
                <a:solidFill>
                  <a:schemeClr val="tx1">
                    <a:lumMod val="85000"/>
                    <a:lumOff val="15000"/>
                  </a:schemeClr>
                </a:solidFill>
                <a:latin typeface="Arial" panose="020B0604020202020204" pitchFamily="34" charset="0"/>
                <a:ea typeface="Microsoft YaHei" panose="020B0503020204020204" pitchFamily="34" charset="-122"/>
                <a:cs typeface="+mn-ea"/>
                <a:sym typeface="Arial" panose="020B0604020202020204" pitchFamily="34" charset="0"/>
              </a:rPr>
              <a:t>秋</a:t>
            </a:r>
          </a:p>
        </p:txBody>
      </p:sp>
      <p:grpSp>
        <p:nvGrpSpPr>
          <p:cNvPr id="99" name="组合 98">
            <a:extLst>
              <a:ext uri="{FF2B5EF4-FFF2-40B4-BE49-F238E27FC236}">
                <a16:creationId xmlns:a16="http://schemas.microsoft.com/office/drawing/2014/main" id="{CBE706D0-5FCE-4A23-8F3E-DBB07A25286D}"/>
              </a:ext>
            </a:extLst>
          </p:cNvPr>
          <p:cNvGrpSpPr/>
          <p:nvPr/>
        </p:nvGrpSpPr>
        <p:grpSpPr>
          <a:xfrm>
            <a:off x="4654641" y="753988"/>
            <a:ext cx="2882718" cy="848212"/>
            <a:chOff x="9556201" y="498129"/>
            <a:chExt cx="1993881" cy="586680"/>
          </a:xfrm>
        </p:grpSpPr>
        <p:grpSp>
          <p:nvGrpSpPr>
            <p:cNvPr id="100" name="组合 99">
              <a:extLst>
                <a:ext uri="{FF2B5EF4-FFF2-40B4-BE49-F238E27FC236}">
                  <a16:creationId xmlns:a16="http://schemas.microsoft.com/office/drawing/2014/main" id="{6A7D59FD-ED34-445E-B1F5-8F642E4ADFD9}"/>
                </a:ext>
              </a:extLst>
            </p:cNvPr>
            <p:cNvGrpSpPr/>
            <p:nvPr userDrawn="1"/>
          </p:nvGrpSpPr>
          <p:grpSpPr>
            <a:xfrm>
              <a:off x="10239376" y="968937"/>
              <a:ext cx="1307697" cy="96254"/>
              <a:chOff x="4616246" y="3878362"/>
              <a:chExt cx="5571416" cy="410087"/>
            </a:xfrm>
            <a:solidFill>
              <a:schemeClr val="tx1">
                <a:alpha val="80000"/>
              </a:schemeClr>
            </a:solidFill>
          </p:grpSpPr>
          <p:sp>
            <p:nvSpPr>
              <p:cNvPr id="138" name="Freeform 17">
                <a:extLst>
                  <a:ext uri="{FF2B5EF4-FFF2-40B4-BE49-F238E27FC236}">
                    <a16:creationId xmlns:a16="http://schemas.microsoft.com/office/drawing/2014/main" id="{E85FBCF6-8C34-471A-874A-42F582F06909}"/>
                  </a:ext>
                </a:extLst>
              </p:cNvPr>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9" name="Freeform 18">
                <a:extLst>
                  <a:ext uri="{FF2B5EF4-FFF2-40B4-BE49-F238E27FC236}">
                    <a16:creationId xmlns:a16="http://schemas.microsoft.com/office/drawing/2014/main" id="{30F58E4F-5B7F-4D9A-BC68-11B249E1B794}"/>
                  </a:ext>
                </a:extLst>
              </p:cNvPr>
              <p:cNvSpPr>
                <a:spLocks/>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0" name="Freeform 19">
                <a:extLst>
                  <a:ext uri="{FF2B5EF4-FFF2-40B4-BE49-F238E27FC236}">
                    <a16:creationId xmlns:a16="http://schemas.microsoft.com/office/drawing/2014/main" id="{82147C30-2515-4630-9078-3200E7F6063C}"/>
                  </a:ext>
                </a:extLst>
              </p:cNvPr>
              <p:cNvSpPr>
                <a:spLocks/>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1" name="Freeform 20">
                <a:extLst>
                  <a:ext uri="{FF2B5EF4-FFF2-40B4-BE49-F238E27FC236}">
                    <a16:creationId xmlns:a16="http://schemas.microsoft.com/office/drawing/2014/main" id="{264A7408-6544-4313-A0C1-693EB618AC79}"/>
                  </a:ext>
                </a:extLst>
              </p:cNvPr>
              <p:cNvSpPr>
                <a:spLocks/>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2" name="Freeform 21">
                <a:extLst>
                  <a:ext uri="{FF2B5EF4-FFF2-40B4-BE49-F238E27FC236}">
                    <a16:creationId xmlns:a16="http://schemas.microsoft.com/office/drawing/2014/main" id="{C8EFD175-4A66-42CC-93C7-A4D030C6C24F}"/>
                  </a:ext>
                </a:extLst>
              </p:cNvPr>
              <p:cNvSpPr>
                <a:spLocks/>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3" name="Freeform 22">
                <a:extLst>
                  <a:ext uri="{FF2B5EF4-FFF2-40B4-BE49-F238E27FC236}">
                    <a16:creationId xmlns:a16="http://schemas.microsoft.com/office/drawing/2014/main" id="{FDD28A70-F6B5-46C2-A918-36CBA596DD1D}"/>
                  </a:ext>
                </a:extLst>
              </p:cNvPr>
              <p:cNvSpPr>
                <a:spLocks/>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4" name="Freeform 23">
                <a:extLst>
                  <a:ext uri="{FF2B5EF4-FFF2-40B4-BE49-F238E27FC236}">
                    <a16:creationId xmlns:a16="http://schemas.microsoft.com/office/drawing/2014/main" id="{E58AB760-9C22-4594-A301-B7F41FF4328D}"/>
                  </a:ext>
                </a:extLst>
              </p:cNvPr>
              <p:cNvSpPr>
                <a:spLocks/>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5" name="Freeform 25">
                <a:extLst>
                  <a:ext uri="{FF2B5EF4-FFF2-40B4-BE49-F238E27FC236}">
                    <a16:creationId xmlns:a16="http://schemas.microsoft.com/office/drawing/2014/main" id="{A520258F-92D6-45CA-8551-3A25C2B5B7B1}"/>
                  </a:ext>
                </a:extLst>
              </p:cNvPr>
              <p:cNvSpPr>
                <a:spLocks/>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6" name="Freeform 27">
                <a:extLst>
                  <a:ext uri="{FF2B5EF4-FFF2-40B4-BE49-F238E27FC236}">
                    <a16:creationId xmlns:a16="http://schemas.microsoft.com/office/drawing/2014/main" id="{FA4F06EC-1192-428A-9BE4-12F5DD816095}"/>
                  </a:ext>
                </a:extLst>
              </p:cNvPr>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7" name="Freeform 29">
                <a:extLst>
                  <a:ext uri="{FF2B5EF4-FFF2-40B4-BE49-F238E27FC236}">
                    <a16:creationId xmlns:a16="http://schemas.microsoft.com/office/drawing/2014/main" id="{BA355B96-B02D-4FE3-9AC2-98F25BC6550A}"/>
                  </a:ext>
                </a:extLst>
              </p:cNvPr>
              <p:cNvSpPr>
                <a:spLocks/>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8" name="Freeform 30">
                <a:extLst>
                  <a:ext uri="{FF2B5EF4-FFF2-40B4-BE49-F238E27FC236}">
                    <a16:creationId xmlns:a16="http://schemas.microsoft.com/office/drawing/2014/main" id="{B3E94B63-D5E1-4110-87A5-8ED2E3E3083A}"/>
                  </a:ext>
                </a:extLst>
              </p:cNvPr>
              <p:cNvSpPr>
                <a:spLocks/>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49" name="Freeform 31">
                <a:extLst>
                  <a:ext uri="{FF2B5EF4-FFF2-40B4-BE49-F238E27FC236}">
                    <a16:creationId xmlns:a16="http://schemas.microsoft.com/office/drawing/2014/main" id="{D6797E2E-3FC7-40E4-BDD7-EDC839EB5A12}"/>
                  </a:ext>
                </a:extLst>
              </p:cNvPr>
              <p:cNvSpPr>
                <a:spLocks/>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50" name="Freeform 32">
                <a:extLst>
                  <a:ext uri="{FF2B5EF4-FFF2-40B4-BE49-F238E27FC236}">
                    <a16:creationId xmlns:a16="http://schemas.microsoft.com/office/drawing/2014/main" id="{1B0222F3-1393-4918-9563-ED3ACEEFAC41}"/>
                  </a:ext>
                </a:extLst>
              </p:cNvPr>
              <p:cNvSpPr>
                <a:spLocks/>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51" name="Freeform 33">
                <a:extLst>
                  <a:ext uri="{FF2B5EF4-FFF2-40B4-BE49-F238E27FC236}">
                    <a16:creationId xmlns:a16="http://schemas.microsoft.com/office/drawing/2014/main" id="{C4F5E33F-1D9A-4ACA-B0FE-40C9D5E968C6}"/>
                  </a:ext>
                </a:extLst>
              </p:cNvPr>
              <p:cNvSpPr>
                <a:spLocks/>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52" name="Freeform 34">
                <a:extLst>
                  <a:ext uri="{FF2B5EF4-FFF2-40B4-BE49-F238E27FC236}">
                    <a16:creationId xmlns:a16="http://schemas.microsoft.com/office/drawing/2014/main" id="{293C3E8F-7623-4F74-9C5B-89C5C4584D68}"/>
                  </a:ext>
                </a:extLst>
              </p:cNvPr>
              <p:cNvSpPr>
                <a:spLocks/>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53" name="Freeform 35">
                <a:extLst>
                  <a:ext uri="{FF2B5EF4-FFF2-40B4-BE49-F238E27FC236}">
                    <a16:creationId xmlns:a16="http://schemas.microsoft.com/office/drawing/2014/main" id="{2E13B99C-F40F-468D-A5A9-F12FAF68CC9F}"/>
                  </a:ext>
                </a:extLst>
              </p:cNvPr>
              <p:cNvSpPr>
                <a:spLocks/>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nvGrpSpPr>
            <p:cNvPr id="101" name="组合 100">
              <a:extLst>
                <a:ext uri="{FF2B5EF4-FFF2-40B4-BE49-F238E27FC236}">
                  <a16:creationId xmlns:a16="http://schemas.microsoft.com/office/drawing/2014/main" id="{88272D7E-C5BB-41DB-B720-4CC196192B14}"/>
                </a:ext>
              </a:extLst>
            </p:cNvPr>
            <p:cNvGrpSpPr/>
            <p:nvPr userDrawn="1"/>
          </p:nvGrpSpPr>
          <p:grpSpPr>
            <a:xfrm>
              <a:off x="10237120" y="539555"/>
              <a:ext cx="1312962" cy="375239"/>
              <a:chOff x="4606634" y="2048989"/>
              <a:chExt cx="5593843" cy="1598699"/>
            </a:xfrm>
            <a:solidFill>
              <a:schemeClr val="accent1">
                <a:alpha val="80000"/>
              </a:schemeClr>
            </a:solidFill>
          </p:grpSpPr>
          <p:sp>
            <p:nvSpPr>
              <p:cNvPr id="126" name="Freeform 9">
                <a:extLst>
                  <a:ext uri="{FF2B5EF4-FFF2-40B4-BE49-F238E27FC236}">
                    <a16:creationId xmlns:a16="http://schemas.microsoft.com/office/drawing/2014/main" id="{53EA061E-708D-42CA-99A3-F08EB2172C21}"/>
                  </a:ext>
                </a:extLst>
              </p:cNvPr>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7" name="Freeform 10">
                <a:extLst>
                  <a:ext uri="{FF2B5EF4-FFF2-40B4-BE49-F238E27FC236}">
                    <a16:creationId xmlns:a16="http://schemas.microsoft.com/office/drawing/2014/main" id="{03781768-BC19-4D95-AB55-5C495881BF10}"/>
                  </a:ext>
                </a:extLst>
              </p:cNvPr>
              <p:cNvSpPr>
                <a:spLocks/>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8" name="Freeform 11">
                <a:extLst>
                  <a:ext uri="{FF2B5EF4-FFF2-40B4-BE49-F238E27FC236}">
                    <a16:creationId xmlns:a16="http://schemas.microsoft.com/office/drawing/2014/main" id="{E0CC83C5-9648-4BAD-9073-5022B2D78177}"/>
                  </a:ext>
                </a:extLst>
              </p:cNvPr>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9" name="Freeform 12">
                <a:extLst>
                  <a:ext uri="{FF2B5EF4-FFF2-40B4-BE49-F238E27FC236}">
                    <a16:creationId xmlns:a16="http://schemas.microsoft.com/office/drawing/2014/main" id="{E8665DA2-12F0-4C2C-8EA8-CD6AF0143EEE}"/>
                  </a:ext>
                </a:extLst>
              </p:cNvPr>
              <p:cNvSpPr>
                <a:spLocks/>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0" name="Freeform 13">
                <a:extLst>
                  <a:ext uri="{FF2B5EF4-FFF2-40B4-BE49-F238E27FC236}">
                    <a16:creationId xmlns:a16="http://schemas.microsoft.com/office/drawing/2014/main" id="{3E2E968C-F52E-447D-BE70-353F0A8F8ADC}"/>
                  </a:ext>
                </a:extLst>
              </p:cNvPr>
              <p:cNvSpPr>
                <a:spLocks/>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1" name="Freeform 14">
                <a:extLst>
                  <a:ext uri="{FF2B5EF4-FFF2-40B4-BE49-F238E27FC236}">
                    <a16:creationId xmlns:a16="http://schemas.microsoft.com/office/drawing/2014/main" id="{E8303510-3EC7-4021-86E4-E4DD991913E0}"/>
                  </a:ext>
                </a:extLst>
              </p:cNvPr>
              <p:cNvSpPr>
                <a:spLocks/>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2" name="Freeform 15">
                <a:extLst>
                  <a:ext uri="{FF2B5EF4-FFF2-40B4-BE49-F238E27FC236}">
                    <a16:creationId xmlns:a16="http://schemas.microsoft.com/office/drawing/2014/main" id="{8356811E-0C91-49DB-9A97-8C6B5424DC71}"/>
                  </a:ext>
                </a:extLst>
              </p:cNvPr>
              <p:cNvSpPr>
                <a:spLocks/>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3" name="Freeform 16">
                <a:extLst>
                  <a:ext uri="{FF2B5EF4-FFF2-40B4-BE49-F238E27FC236}">
                    <a16:creationId xmlns:a16="http://schemas.microsoft.com/office/drawing/2014/main" id="{FCBE0354-7452-4FD5-9113-23AF38E079DC}"/>
                  </a:ext>
                </a:extLst>
              </p:cNvPr>
              <p:cNvSpPr>
                <a:spLocks/>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4" name="Freeform 24">
                <a:extLst>
                  <a:ext uri="{FF2B5EF4-FFF2-40B4-BE49-F238E27FC236}">
                    <a16:creationId xmlns:a16="http://schemas.microsoft.com/office/drawing/2014/main" id="{BF8FB8BB-504D-4419-92F9-1D674B631339}"/>
                  </a:ext>
                </a:extLst>
              </p:cNvPr>
              <p:cNvSpPr>
                <a:spLocks/>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5" name="Freeform 26">
                <a:extLst>
                  <a:ext uri="{FF2B5EF4-FFF2-40B4-BE49-F238E27FC236}">
                    <a16:creationId xmlns:a16="http://schemas.microsoft.com/office/drawing/2014/main" id="{DA453912-4222-4672-AA84-B45ACA292BA1}"/>
                  </a:ext>
                </a:extLst>
              </p:cNvPr>
              <p:cNvSpPr>
                <a:spLocks/>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6" name="Freeform 28">
                <a:extLst>
                  <a:ext uri="{FF2B5EF4-FFF2-40B4-BE49-F238E27FC236}">
                    <a16:creationId xmlns:a16="http://schemas.microsoft.com/office/drawing/2014/main" id="{AA1D8A6D-A238-482F-B6D8-B688E3306E7C}"/>
                  </a:ext>
                </a:extLst>
              </p:cNvPr>
              <p:cNvSpPr>
                <a:spLocks/>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37" name="Freeform 36">
                <a:extLst>
                  <a:ext uri="{FF2B5EF4-FFF2-40B4-BE49-F238E27FC236}">
                    <a16:creationId xmlns:a16="http://schemas.microsoft.com/office/drawing/2014/main" id="{810EFEC4-7AB4-494E-9D51-A4A5A37B149F}"/>
                  </a:ext>
                </a:extLst>
              </p:cNvPr>
              <p:cNvSpPr>
                <a:spLocks/>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nvGrpSpPr>
            <p:cNvPr id="102" name="组合 101">
              <a:extLst>
                <a:ext uri="{FF2B5EF4-FFF2-40B4-BE49-F238E27FC236}">
                  <a16:creationId xmlns:a16="http://schemas.microsoft.com/office/drawing/2014/main" id="{44B49337-4B0D-4E67-8C9D-38EF5E0446BC}"/>
                </a:ext>
              </a:extLst>
            </p:cNvPr>
            <p:cNvGrpSpPr/>
            <p:nvPr userDrawn="1"/>
          </p:nvGrpSpPr>
          <p:grpSpPr>
            <a:xfrm>
              <a:off x="9556201" y="498129"/>
              <a:ext cx="588050" cy="586680"/>
              <a:chOff x="2105799" y="20055838"/>
              <a:chExt cx="6748090" cy="6732363"/>
            </a:xfrm>
            <a:solidFill>
              <a:schemeClr val="accent1">
                <a:alpha val="80000"/>
              </a:schemeClr>
            </a:solidFill>
          </p:grpSpPr>
          <p:sp>
            <p:nvSpPr>
              <p:cNvPr id="103" name="Freeform 8">
                <a:extLst>
                  <a:ext uri="{FF2B5EF4-FFF2-40B4-BE49-F238E27FC236}">
                    <a16:creationId xmlns:a16="http://schemas.microsoft.com/office/drawing/2014/main" id="{73998C79-7AC2-4DE6-814B-F2DAEF935326}"/>
                  </a:ext>
                </a:extLst>
              </p:cNvPr>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04" name="Freeform 42">
                <a:extLst>
                  <a:ext uri="{FF2B5EF4-FFF2-40B4-BE49-F238E27FC236}">
                    <a16:creationId xmlns:a16="http://schemas.microsoft.com/office/drawing/2014/main" id="{62335FEC-D63F-4F61-B61F-A920486AE8AC}"/>
                  </a:ext>
                </a:extLst>
              </p:cNvPr>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05" name="Freeform 43">
                <a:extLst>
                  <a:ext uri="{FF2B5EF4-FFF2-40B4-BE49-F238E27FC236}">
                    <a16:creationId xmlns:a16="http://schemas.microsoft.com/office/drawing/2014/main" id="{5B5E6FEB-3D9B-40D3-B64A-9AA8688B7E05}"/>
                  </a:ext>
                </a:extLst>
              </p:cNvPr>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06" name="Freeform 44">
                <a:extLst>
                  <a:ext uri="{FF2B5EF4-FFF2-40B4-BE49-F238E27FC236}">
                    <a16:creationId xmlns:a16="http://schemas.microsoft.com/office/drawing/2014/main" id="{1F89E81F-F111-451D-B58F-6720A7B9DE45}"/>
                  </a:ext>
                </a:extLst>
              </p:cNvPr>
              <p:cNvSpPr>
                <a:spLocks/>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07" name="Freeform 45">
                <a:extLst>
                  <a:ext uri="{FF2B5EF4-FFF2-40B4-BE49-F238E27FC236}">
                    <a16:creationId xmlns:a16="http://schemas.microsoft.com/office/drawing/2014/main" id="{449C424F-0E90-49EC-80DF-0E220540B4F6}"/>
                  </a:ext>
                </a:extLst>
              </p:cNvPr>
              <p:cNvSpPr>
                <a:spLocks/>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08" name="Freeform 46">
                <a:extLst>
                  <a:ext uri="{FF2B5EF4-FFF2-40B4-BE49-F238E27FC236}">
                    <a16:creationId xmlns:a16="http://schemas.microsoft.com/office/drawing/2014/main" id="{4E93C8BF-D0C9-4922-BBD4-F76CFE74F3F3}"/>
                  </a:ext>
                </a:extLst>
              </p:cNvPr>
              <p:cNvSpPr>
                <a:spLocks/>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09" name="Freeform 47">
                <a:extLst>
                  <a:ext uri="{FF2B5EF4-FFF2-40B4-BE49-F238E27FC236}">
                    <a16:creationId xmlns:a16="http://schemas.microsoft.com/office/drawing/2014/main" id="{D844C04F-9C65-446E-81B9-2978E64F79A7}"/>
                  </a:ext>
                </a:extLst>
              </p:cNvPr>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10" name="Freeform 48">
                <a:extLst>
                  <a:ext uri="{FF2B5EF4-FFF2-40B4-BE49-F238E27FC236}">
                    <a16:creationId xmlns:a16="http://schemas.microsoft.com/office/drawing/2014/main" id="{4E07C329-5229-4CD0-A4CB-1C74B1E23FA7}"/>
                  </a:ext>
                </a:extLst>
              </p:cNvPr>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11" name="Freeform 49">
                <a:extLst>
                  <a:ext uri="{FF2B5EF4-FFF2-40B4-BE49-F238E27FC236}">
                    <a16:creationId xmlns:a16="http://schemas.microsoft.com/office/drawing/2014/main" id="{0CDCEF30-7E63-4B1D-89B8-9FD759B8A6DE}"/>
                  </a:ext>
                </a:extLst>
              </p:cNvPr>
              <p:cNvSpPr>
                <a:spLocks/>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12" name="Freeform 50">
                <a:extLst>
                  <a:ext uri="{FF2B5EF4-FFF2-40B4-BE49-F238E27FC236}">
                    <a16:creationId xmlns:a16="http://schemas.microsoft.com/office/drawing/2014/main" id="{9A23CBE4-1D85-4DDD-ADB5-C0A8C05AF45E}"/>
                  </a:ext>
                </a:extLst>
              </p:cNvPr>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13" name="Freeform 51">
                <a:extLst>
                  <a:ext uri="{FF2B5EF4-FFF2-40B4-BE49-F238E27FC236}">
                    <a16:creationId xmlns:a16="http://schemas.microsoft.com/office/drawing/2014/main" id="{243C802F-9A52-445D-8C58-E66B97FA32AA}"/>
                  </a:ext>
                </a:extLst>
              </p:cNvPr>
              <p:cNvSpPr>
                <a:spLocks/>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14" name="Freeform 52">
                <a:extLst>
                  <a:ext uri="{FF2B5EF4-FFF2-40B4-BE49-F238E27FC236}">
                    <a16:creationId xmlns:a16="http://schemas.microsoft.com/office/drawing/2014/main" id="{39AAEF23-13FB-4488-A76F-EDE71B19EFBA}"/>
                  </a:ext>
                </a:extLst>
              </p:cNvPr>
              <p:cNvSpPr>
                <a:spLocks/>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15" name="Freeform 53">
                <a:extLst>
                  <a:ext uri="{FF2B5EF4-FFF2-40B4-BE49-F238E27FC236}">
                    <a16:creationId xmlns:a16="http://schemas.microsoft.com/office/drawing/2014/main" id="{F3BBBF65-12E3-4300-B05B-B3BD5F483781}"/>
                  </a:ext>
                </a:extLst>
              </p:cNvPr>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16" name="Freeform 54">
                <a:extLst>
                  <a:ext uri="{FF2B5EF4-FFF2-40B4-BE49-F238E27FC236}">
                    <a16:creationId xmlns:a16="http://schemas.microsoft.com/office/drawing/2014/main" id="{91E22053-8DE0-4AEA-896A-08B03579B3E7}"/>
                  </a:ext>
                </a:extLst>
              </p:cNvPr>
              <p:cNvSpPr>
                <a:spLocks/>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17" name="Freeform 55">
                <a:extLst>
                  <a:ext uri="{FF2B5EF4-FFF2-40B4-BE49-F238E27FC236}">
                    <a16:creationId xmlns:a16="http://schemas.microsoft.com/office/drawing/2014/main" id="{B9552D6A-8116-4AA4-B9FF-E6FCCBA4FF36}"/>
                  </a:ext>
                </a:extLst>
              </p:cNvPr>
              <p:cNvSpPr>
                <a:spLocks/>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18" name="Freeform 56">
                <a:extLst>
                  <a:ext uri="{FF2B5EF4-FFF2-40B4-BE49-F238E27FC236}">
                    <a16:creationId xmlns:a16="http://schemas.microsoft.com/office/drawing/2014/main" id="{89C18E52-5824-452D-995C-6A032B553004}"/>
                  </a:ext>
                </a:extLst>
              </p:cNvPr>
              <p:cNvSpPr>
                <a:spLocks/>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19" name="Freeform 57">
                <a:extLst>
                  <a:ext uri="{FF2B5EF4-FFF2-40B4-BE49-F238E27FC236}">
                    <a16:creationId xmlns:a16="http://schemas.microsoft.com/office/drawing/2014/main" id="{6871446E-A54D-4835-AF37-AC08603AF325}"/>
                  </a:ext>
                </a:extLst>
              </p:cNvPr>
              <p:cNvSpPr>
                <a:spLocks/>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0" name="Freeform 58">
                <a:extLst>
                  <a:ext uri="{FF2B5EF4-FFF2-40B4-BE49-F238E27FC236}">
                    <a16:creationId xmlns:a16="http://schemas.microsoft.com/office/drawing/2014/main" id="{275036EA-D747-4D81-A693-89350DE3708E}"/>
                  </a:ext>
                </a:extLst>
              </p:cNvPr>
              <p:cNvSpPr>
                <a:spLocks/>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1" name="Freeform 59">
                <a:extLst>
                  <a:ext uri="{FF2B5EF4-FFF2-40B4-BE49-F238E27FC236}">
                    <a16:creationId xmlns:a16="http://schemas.microsoft.com/office/drawing/2014/main" id="{9D4EC6FF-0049-4EC4-80A8-2A89F2CEBDE6}"/>
                  </a:ext>
                </a:extLst>
              </p:cNvPr>
              <p:cNvSpPr>
                <a:spLocks/>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2" name="Freeform 60">
                <a:extLst>
                  <a:ext uri="{FF2B5EF4-FFF2-40B4-BE49-F238E27FC236}">
                    <a16:creationId xmlns:a16="http://schemas.microsoft.com/office/drawing/2014/main" id="{C7A9B8F5-7C28-482B-BBA0-E96E32EE91AC}"/>
                  </a:ext>
                </a:extLst>
              </p:cNvPr>
              <p:cNvSpPr>
                <a:spLocks/>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3" name="Freeform 61">
                <a:extLst>
                  <a:ext uri="{FF2B5EF4-FFF2-40B4-BE49-F238E27FC236}">
                    <a16:creationId xmlns:a16="http://schemas.microsoft.com/office/drawing/2014/main" id="{0077A934-ECD1-458F-A220-B5E86DB535D5}"/>
                  </a:ext>
                </a:extLst>
              </p:cNvPr>
              <p:cNvSpPr>
                <a:spLocks/>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4" name="Freeform 62">
                <a:extLst>
                  <a:ext uri="{FF2B5EF4-FFF2-40B4-BE49-F238E27FC236}">
                    <a16:creationId xmlns:a16="http://schemas.microsoft.com/office/drawing/2014/main" id="{EF03FCC8-76EB-4A42-8165-778590253302}"/>
                  </a:ext>
                </a:extLst>
              </p:cNvPr>
              <p:cNvSpPr>
                <a:spLocks/>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sp>
            <p:nvSpPr>
              <p:cNvPr id="125" name="Freeform 71">
                <a:extLst>
                  <a:ext uri="{FF2B5EF4-FFF2-40B4-BE49-F238E27FC236}">
                    <a16:creationId xmlns:a16="http://schemas.microsoft.com/office/drawing/2014/main" id="{189DBD47-E6B5-4110-887A-4C568739915D}"/>
                  </a:ext>
                </a:extLst>
              </p:cNvPr>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Arial" panose="020B0604020202020204" pitchFamily="34" charset="0"/>
                  <a:ea typeface="Microsoft YaHei" panose="020B0503020204020204" pitchFamily="34" charset="-122"/>
                  <a:cs typeface="+mn-ea"/>
                  <a:sym typeface="Arial" panose="020B0604020202020204" pitchFamily="34" charset="0"/>
                </a:endParaRPr>
              </a:p>
            </p:txBody>
          </p:sp>
        </p:grpSp>
      </p:grpSp>
    </p:spTree>
    <p:extLst>
      <p:ext uri="{BB962C8B-B14F-4D97-AF65-F5344CB8AC3E}">
        <p14:creationId xmlns:p14="http://schemas.microsoft.com/office/powerpoint/2010/main" val="56120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zh-CN" altLang="en-US" dirty="0"/>
              <a:t>考试说明</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sp>
        <p:nvSpPr>
          <p:cNvPr id="5" name="文本框 4">
            <a:extLst>
              <a:ext uri="{FF2B5EF4-FFF2-40B4-BE49-F238E27FC236}">
                <a16:creationId xmlns:a16="http://schemas.microsoft.com/office/drawing/2014/main" id="{12DBD0DB-A13C-CA4B-8ED5-6CC8E0AE8D02}"/>
              </a:ext>
            </a:extLst>
          </p:cNvPr>
          <p:cNvSpPr txBox="1"/>
          <p:nvPr/>
        </p:nvSpPr>
        <p:spPr>
          <a:xfrm>
            <a:off x="701458" y="1340285"/>
            <a:ext cx="10697227" cy="3673570"/>
          </a:xfrm>
          <a:prstGeom prst="rect">
            <a:avLst/>
          </a:prstGeom>
          <a:noFill/>
        </p:spPr>
        <p:txBody>
          <a:bodyPr wrap="square" rtlCol="0">
            <a:spAutoFit/>
          </a:bodyPr>
          <a:lstStyle/>
          <a:p>
            <a:pPr marL="342900" indent="-342900">
              <a:lnSpc>
                <a:spcPct val="200000"/>
              </a:lnSpc>
              <a:buFont typeface="Wingdings" pitchFamily="2" charset="2"/>
              <a:buChar char="Ø"/>
            </a:pPr>
            <a:r>
              <a:rPr kumimoji="1" lang="zh-CN" altLang="en-US" sz="2400" dirty="0"/>
              <a:t>考试时间一般是</a:t>
            </a:r>
            <a:r>
              <a:rPr kumimoji="1" lang="en-US" altLang="zh-CN" sz="2400" dirty="0"/>
              <a:t>3</a:t>
            </a:r>
            <a:r>
              <a:rPr kumimoji="1" lang="zh-CN" altLang="en-US" sz="2400" dirty="0"/>
              <a:t>小时，如果考题非常难，可能会延长半小时</a:t>
            </a:r>
            <a:endParaRPr kumimoji="1" lang="en-US" altLang="zh-CN" sz="2400" dirty="0"/>
          </a:p>
          <a:p>
            <a:pPr marL="342900" indent="-342900">
              <a:lnSpc>
                <a:spcPct val="200000"/>
              </a:lnSpc>
              <a:buFont typeface="Wingdings" pitchFamily="2" charset="2"/>
              <a:buChar char="Ø"/>
            </a:pPr>
            <a:r>
              <a:rPr kumimoji="1" lang="zh-CN" altLang="en-US" sz="2400" dirty="0"/>
              <a:t>一共九个题，前六个一般都不会为难大家</a:t>
            </a:r>
            <a:endParaRPr kumimoji="1" lang="en-US" altLang="zh-CN" sz="2400" dirty="0"/>
          </a:p>
          <a:p>
            <a:pPr marL="342900" indent="-342900">
              <a:lnSpc>
                <a:spcPct val="200000"/>
              </a:lnSpc>
              <a:buFont typeface="Wingdings" pitchFamily="2" charset="2"/>
              <a:buChar char="Ø"/>
            </a:pPr>
            <a:r>
              <a:rPr kumimoji="1" lang="zh-CN" altLang="en-US" sz="2400" dirty="0"/>
              <a:t>机房的键盘很难按，不要因此乱了阵脚</a:t>
            </a:r>
            <a:endParaRPr kumimoji="1" lang="en-US" altLang="zh-CN" sz="2400" dirty="0"/>
          </a:p>
          <a:p>
            <a:pPr marL="342900" indent="-342900">
              <a:lnSpc>
                <a:spcPct val="200000"/>
              </a:lnSpc>
              <a:buFont typeface="Wingdings" pitchFamily="2" charset="2"/>
              <a:buChar char="Ø"/>
            </a:pPr>
            <a:r>
              <a:rPr kumimoji="1" lang="zh-CN" altLang="en-US" sz="2400" dirty="0"/>
              <a:t>考试会发草稿纸，但需要自带笔</a:t>
            </a:r>
            <a:endParaRPr kumimoji="1" lang="en-US" altLang="zh-CN" sz="2400" dirty="0"/>
          </a:p>
          <a:p>
            <a:pPr marL="342900" indent="-342900">
              <a:lnSpc>
                <a:spcPct val="200000"/>
              </a:lnSpc>
              <a:buFont typeface="Wingdings" pitchFamily="2" charset="2"/>
              <a:buChar char="Ø"/>
            </a:pPr>
            <a:r>
              <a:rPr kumimoji="1" lang="zh-CN" altLang="en-US" sz="2400" dirty="0"/>
              <a:t>忘带学生证也没关系，考完后给助教看电子学生证即可</a:t>
            </a:r>
            <a:endParaRPr kumimoji="1" lang="en-US" altLang="zh-CN" sz="2000" dirty="0"/>
          </a:p>
        </p:txBody>
      </p:sp>
    </p:spTree>
    <p:extLst>
      <p:ext uri="{BB962C8B-B14F-4D97-AF65-F5344CB8AC3E}">
        <p14:creationId xmlns:p14="http://schemas.microsoft.com/office/powerpoint/2010/main" val="3354714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zh-CN" altLang="en-US" dirty="0"/>
              <a:t>考前准备</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sp>
        <p:nvSpPr>
          <p:cNvPr id="5" name="文本框 4">
            <a:extLst>
              <a:ext uri="{FF2B5EF4-FFF2-40B4-BE49-F238E27FC236}">
                <a16:creationId xmlns:a16="http://schemas.microsoft.com/office/drawing/2014/main" id="{12DBD0DB-A13C-CA4B-8ED5-6CC8E0AE8D02}"/>
              </a:ext>
            </a:extLst>
          </p:cNvPr>
          <p:cNvSpPr txBox="1"/>
          <p:nvPr/>
        </p:nvSpPr>
        <p:spPr>
          <a:xfrm>
            <a:off x="701458" y="1340285"/>
            <a:ext cx="10697227" cy="3673570"/>
          </a:xfrm>
          <a:prstGeom prst="rect">
            <a:avLst/>
          </a:prstGeom>
          <a:noFill/>
        </p:spPr>
        <p:txBody>
          <a:bodyPr wrap="square" rtlCol="0">
            <a:spAutoFit/>
          </a:bodyPr>
          <a:lstStyle/>
          <a:p>
            <a:pPr marL="342900" indent="-342900">
              <a:lnSpc>
                <a:spcPct val="150000"/>
              </a:lnSpc>
              <a:buFont typeface="Wingdings" pitchFamily="2" charset="2"/>
              <a:buChar char="Ø"/>
            </a:pPr>
            <a:r>
              <a:rPr kumimoji="1" lang="zh-CN" altLang="en-US" sz="2400" dirty="0"/>
              <a:t>提前到机房，打开机器，登入编程网格，调好平时经常用的</a:t>
            </a:r>
            <a:r>
              <a:rPr kumimoji="1" lang="en-US" altLang="zh-CN" sz="2400" dirty="0"/>
              <a:t>IDE</a:t>
            </a:r>
            <a:r>
              <a:rPr kumimoji="1" lang="zh-CN" altLang="en-US" sz="2400" dirty="0"/>
              <a:t>，甚至可以提前将一些常用的头文件写好</a:t>
            </a:r>
            <a:endParaRPr kumimoji="1" lang="en-US" altLang="zh-CN" sz="2400" dirty="0"/>
          </a:p>
          <a:p>
            <a:pPr marL="342900" indent="-342900">
              <a:lnSpc>
                <a:spcPct val="200000"/>
              </a:lnSpc>
              <a:buFont typeface="Wingdings" pitchFamily="2" charset="2"/>
              <a:buChar char="Ø"/>
            </a:pPr>
            <a:r>
              <a:rPr kumimoji="1" lang="zh-CN" altLang="en-US" sz="2400" dirty="0"/>
              <a:t>考前保证足够的睡眠</a:t>
            </a:r>
            <a:endParaRPr kumimoji="1" lang="en-US" altLang="zh-CN" sz="2400" dirty="0"/>
          </a:p>
          <a:p>
            <a:pPr marL="342900" indent="-342900">
              <a:lnSpc>
                <a:spcPct val="150000"/>
              </a:lnSpc>
              <a:buFont typeface="Wingdings" pitchFamily="2" charset="2"/>
              <a:buChar char="Ø"/>
            </a:pPr>
            <a:r>
              <a:rPr kumimoji="1" lang="zh-CN" altLang="en-US" sz="2400" dirty="0"/>
              <a:t>考试前一天把模拟题的所有题目或者自己标记过的不太熟悉的题的思路过一遍</a:t>
            </a:r>
            <a:endParaRPr kumimoji="1" lang="en-US" altLang="zh-CN" sz="2400" dirty="0"/>
          </a:p>
          <a:p>
            <a:pPr marL="342900" indent="-342900">
              <a:lnSpc>
                <a:spcPct val="200000"/>
              </a:lnSpc>
              <a:buFont typeface="Wingdings" pitchFamily="2" charset="2"/>
              <a:buChar char="Ø"/>
            </a:pPr>
            <a:r>
              <a:rPr kumimoji="1" lang="en-US" altLang="zh-CN" sz="2400" dirty="0"/>
              <a:t>(</a:t>
            </a:r>
            <a:r>
              <a:rPr kumimoji="1" lang="zh-CN" altLang="en-US" sz="2400" dirty="0"/>
              <a:t>可选</a:t>
            </a:r>
            <a:r>
              <a:rPr kumimoji="1" lang="en-US" altLang="zh-CN" sz="2400" dirty="0"/>
              <a:t>)</a:t>
            </a:r>
            <a:r>
              <a:rPr kumimoji="1" lang="zh-CN" altLang="en-US" sz="2400" dirty="0"/>
              <a:t>准备一瓶饮料，</a:t>
            </a:r>
            <a:r>
              <a:rPr kumimoji="1" lang="en-US" altLang="zh-CN" sz="2400" dirty="0"/>
              <a:t>3</a:t>
            </a:r>
            <a:r>
              <a:rPr kumimoji="1" lang="zh-CN" altLang="en-US" sz="2400" dirty="0"/>
              <a:t>个小时真的很渴</a:t>
            </a:r>
            <a:endParaRPr kumimoji="1" lang="en-US" altLang="zh-CN" sz="2400" dirty="0"/>
          </a:p>
        </p:txBody>
      </p:sp>
    </p:spTree>
    <p:extLst>
      <p:ext uri="{BB962C8B-B14F-4D97-AF65-F5344CB8AC3E}">
        <p14:creationId xmlns:p14="http://schemas.microsoft.com/office/powerpoint/2010/main" val="3786169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zh-CN" altLang="en-US" dirty="0"/>
              <a:t>常用头文件和输入输出类型</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sp>
        <p:nvSpPr>
          <p:cNvPr id="5" name="文本框 4">
            <a:extLst>
              <a:ext uri="{FF2B5EF4-FFF2-40B4-BE49-F238E27FC236}">
                <a16:creationId xmlns:a16="http://schemas.microsoft.com/office/drawing/2014/main" id="{12DBD0DB-A13C-CA4B-8ED5-6CC8E0AE8D02}"/>
              </a:ext>
            </a:extLst>
          </p:cNvPr>
          <p:cNvSpPr txBox="1"/>
          <p:nvPr/>
        </p:nvSpPr>
        <p:spPr>
          <a:xfrm>
            <a:off x="701458" y="1340285"/>
            <a:ext cx="10697227" cy="4339650"/>
          </a:xfrm>
          <a:prstGeom prst="rect">
            <a:avLst/>
          </a:prstGeom>
          <a:noFill/>
        </p:spPr>
        <p:txBody>
          <a:bodyPr wrap="square" rtlCol="0">
            <a:spAutoFit/>
          </a:bodyPr>
          <a:lstStyle/>
          <a:p>
            <a:pPr marL="342900" indent="-342900">
              <a:buFont typeface="Wingdings" pitchFamily="2" charset="2"/>
              <a:buChar char="Ø"/>
            </a:pPr>
            <a:r>
              <a:rPr kumimoji="1" lang="zh-CN" altLang="en-US" sz="2400" dirty="0">
                <a:latin typeface="+mn-ea"/>
              </a:rPr>
              <a:t>常用的头文件包括但不限于</a:t>
            </a:r>
            <a:r>
              <a:rPr kumimoji="1" lang="en-US" altLang="zh-CN" sz="2400" dirty="0" err="1">
                <a:latin typeface="+mn-ea"/>
              </a:rPr>
              <a:t>iostream,iomanip,algorithm,string,cmath</a:t>
            </a:r>
            <a:endParaRPr kumimoji="1" lang="en-US" altLang="zh-CN" sz="2400" dirty="0">
              <a:latin typeface="+mn-ea"/>
            </a:endParaRPr>
          </a:p>
          <a:p>
            <a:endParaRPr kumimoji="1" lang="en-US" altLang="zh-CN" sz="2400" dirty="0">
              <a:latin typeface="+mn-ea"/>
            </a:endParaRPr>
          </a:p>
          <a:p>
            <a:pPr marL="342900" indent="-342900">
              <a:lnSpc>
                <a:spcPct val="150000"/>
              </a:lnSpc>
              <a:buFont typeface="Wingdings" pitchFamily="2" charset="2"/>
              <a:buChar char="Ø"/>
            </a:pPr>
            <a:r>
              <a:rPr kumimoji="1" lang="zh-CN" altLang="en-US" sz="2400" dirty="0">
                <a:latin typeface="+mn-ea"/>
              </a:rPr>
              <a:t>按字符串按行输入使用</a:t>
            </a:r>
            <a:r>
              <a:rPr kumimoji="1" lang="en-US" altLang="zh-CN" sz="2400" dirty="0" err="1">
                <a:latin typeface="+mn-ea"/>
              </a:rPr>
              <a:t>getline</a:t>
            </a:r>
            <a:r>
              <a:rPr kumimoji="1" lang="en-US" altLang="zh-CN" sz="2400" dirty="0">
                <a:latin typeface="+mn-ea"/>
              </a:rPr>
              <a:t>(</a:t>
            </a:r>
            <a:r>
              <a:rPr kumimoji="1" lang="en-US" altLang="zh-CN" sz="2400" dirty="0" err="1">
                <a:latin typeface="+mn-ea"/>
              </a:rPr>
              <a:t>cin,s</a:t>
            </a:r>
            <a:r>
              <a:rPr kumimoji="1" lang="en-US" altLang="zh-CN" sz="2400" dirty="0">
                <a:latin typeface="+mn-ea"/>
              </a:rPr>
              <a:t>)</a:t>
            </a:r>
          </a:p>
          <a:p>
            <a:pPr>
              <a:lnSpc>
                <a:spcPct val="150000"/>
              </a:lnSpc>
            </a:pPr>
            <a:r>
              <a:rPr kumimoji="1" lang="zh-CN" altLang="en-US" sz="2400" dirty="0">
                <a:latin typeface="+mn-ea"/>
              </a:rPr>
              <a:t>  </a:t>
            </a:r>
            <a:r>
              <a:rPr kumimoji="1" lang="en-US" altLang="zh-CN" sz="2400" dirty="0" err="1">
                <a:latin typeface="+mn-ea"/>
              </a:rPr>
              <a:t>cin</a:t>
            </a:r>
            <a:r>
              <a:rPr kumimoji="1" lang="zh-CN" altLang="en-US" sz="2400" dirty="0">
                <a:latin typeface="+mn-ea"/>
              </a:rPr>
              <a:t>之后使用</a:t>
            </a:r>
            <a:r>
              <a:rPr kumimoji="1" lang="en-US" altLang="zh-CN" sz="2400" dirty="0" err="1">
                <a:latin typeface="+mn-ea"/>
              </a:rPr>
              <a:t>getline</a:t>
            </a:r>
            <a:r>
              <a:rPr kumimoji="1" lang="zh-CN" altLang="en-US" sz="2400" dirty="0">
                <a:latin typeface="+mn-ea"/>
              </a:rPr>
              <a:t>一定要用</a:t>
            </a:r>
            <a:r>
              <a:rPr kumimoji="1" lang="en-US" altLang="zh-CN" sz="2400" dirty="0" err="1">
                <a:latin typeface="+mn-ea"/>
              </a:rPr>
              <a:t>cin.get</a:t>
            </a:r>
            <a:r>
              <a:rPr kumimoji="1" lang="en-US" altLang="zh-CN" sz="2400" dirty="0">
                <a:latin typeface="+mn-ea"/>
              </a:rPr>
              <a:t>()</a:t>
            </a:r>
            <a:r>
              <a:rPr kumimoji="1" lang="zh-CN" altLang="en-US" sz="2400" dirty="0">
                <a:latin typeface="+mn-ea"/>
              </a:rPr>
              <a:t>吃掉换行符</a:t>
            </a:r>
            <a:endParaRPr kumimoji="1" lang="en-US" altLang="zh-CN" sz="2400" dirty="0">
              <a:latin typeface="+mn-ea"/>
            </a:endParaRPr>
          </a:p>
          <a:p>
            <a:pPr>
              <a:lnSpc>
                <a:spcPct val="150000"/>
              </a:lnSpc>
            </a:pPr>
            <a:r>
              <a:rPr kumimoji="1" lang="zh-CN" altLang="en-US" sz="2400" dirty="0">
                <a:latin typeface="+mn-ea"/>
              </a:rPr>
              <a:t>  输入以哨兵</a:t>
            </a:r>
            <a:r>
              <a:rPr kumimoji="1" lang="en-US" altLang="zh-CN" sz="2400" dirty="0">
                <a:latin typeface="+mn-ea"/>
              </a:rPr>
              <a:t>a</a:t>
            </a:r>
            <a:r>
              <a:rPr kumimoji="1" lang="zh-CN" altLang="en-US" sz="2400" dirty="0">
                <a:latin typeface="+mn-ea"/>
              </a:rPr>
              <a:t>作为结束标志</a:t>
            </a:r>
            <a:r>
              <a:rPr kumimoji="1" lang="en-US" altLang="zh-CN" sz="2400" dirty="0">
                <a:latin typeface="+mn-ea"/>
              </a:rPr>
              <a:t>:while(s!=a){</a:t>
            </a:r>
            <a:r>
              <a:rPr kumimoji="1" lang="en-US" altLang="zh-CN" sz="2400" dirty="0" err="1">
                <a:latin typeface="+mn-ea"/>
              </a:rPr>
              <a:t>cin</a:t>
            </a:r>
            <a:r>
              <a:rPr kumimoji="1" lang="en-US" altLang="zh-CN" sz="2400" dirty="0">
                <a:latin typeface="+mn-ea"/>
              </a:rPr>
              <a:t>&gt;&gt;s;}</a:t>
            </a:r>
          </a:p>
          <a:p>
            <a:pPr>
              <a:lnSpc>
                <a:spcPct val="150000"/>
              </a:lnSpc>
            </a:pPr>
            <a:r>
              <a:rPr kumimoji="1" lang="zh-CN" altLang="en-US" sz="2400" dirty="0">
                <a:latin typeface="+mn-ea"/>
              </a:rPr>
              <a:t>  输入提前定好数量</a:t>
            </a:r>
            <a:r>
              <a:rPr kumimoji="1" lang="en-US" altLang="zh-CN" sz="2400" dirty="0">
                <a:latin typeface="+mn-ea"/>
              </a:rPr>
              <a:t>:while(n--)</a:t>
            </a:r>
          </a:p>
          <a:p>
            <a:pPr>
              <a:lnSpc>
                <a:spcPct val="150000"/>
              </a:lnSpc>
            </a:pPr>
            <a:r>
              <a:rPr kumimoji="1" lang="en-US" altLang="zh-CN" sz="2400" dirty="0">
                <a:latin typeface="+mn-ea"/>
              </a:rPr>
              <a:t>  </a:t>
            </a:r>
            <a:r>
              <a:rPr kumimoji="1" lang="zh-CN" altLang="en-US" sz="2400" dirty="0">
                <a:latin typeface="+mn-ea"/>
              </a:rPr>
              <a:t>输入以</a:t>
            </a:r>
            <a:r>
              <a:rPr kumimoji="1" lang="en-US" altLang="zh-CN" sz="2400" dirty="0">
                <a:latin typeface="+mn-ea"/>
              </a:rPr>
              <a:t>EOF</a:t>
            </a:r>
            <a:r>
              <a:rPr kumimoji="1" lang="zh-CN" altLang="en-US" sz="2400" dirty="0">
                <a:latin typeface="+mn-ea"/>
              </a:rPr>
              <a:t>结束</a:t>
            </a:r>
            <a:r>
              <a:rPr kumimoji="1" lang="en-US" altLang="zh-CN" sz="2400" dirty="0">
                <a:latin typeface="+mn-ea"/>
              </a:rPr>
              <a:t>:while(</a:t>
            </a:r>
            <a:r>
              <a:rPr kumimoji="1" lang="en-US" altLang="zh-CN" sz="2400" dirty="0" err="1">
                <a:latin typeface="+mn-ea"/>
              </a:rPr>
              <a:t>cin</a:t>
            </a:r>
            <a:r>
              <a:rPr kumimoji="1" lang="en-US" altLang="zh-CN" sz="2400" dirty="0">
                <a:latin typeface="+mn-ea"/>
              </a:rPr>
              <a:t>&gt;&gt;s)</a:t>
            </a:r>
          </a:p>
          <a:p>
            <a:endParaRPr kumimoji="1" lang="en-US" altLang="zh-CN" sz="2400" dirty="0">
              <a:latin typeface="+mn-ea"/>
            </a:endParaRPr>
          </a:p>
          <a:p>
            <a:pPr marL="342900" indent="-342900">
              <a:buFont typeface="Wingdings" pitchFamily="2" charset="2"/>
              <a:buChar char="Ø"/>
            </a:pPr>
            <a:r>
              <a:rPr kumimoji="1" lang="zh-CN" altLang="en-US" sz="2400" dirty="0">
                <a:latin typeface="+mn-ea"/>
              </a:rPr>
              <a:t>输出如果要求浮点数位数</a:t>
            </a:r>
            <a:r>
              <a:rPr kumimoji="1" lang="en-US" altLang="zh-CN" sz="2400" dirty="0">
                <a:latin typeface="+mn-ea"/>
              </a:rPr>
              <a:t>:</a:t>
            </a:r>
            <a:r>
              <a:rPr kumimoji="1" lang="en-US" altLang="zh-CN" sz="2400" dirty="0" err="1">
                <a:latin typeface="+mn-ea"/>
              </a:rPr>
              <a:t>cout</a:t>
            </a:r>
            <a:r>
              <a:rPr kumimoji="1" lang="en-US" altLang="zh-CN" sz="2400" dirty="0">
                <a:latin typeface="+mn-ea"/>
              </a:rPr>
              <a:t>&lt;&lt;fixed&lt;&lt;</a:t>
            </a:r>
            <a:r>
              <a:rPr kumimoji="1" lang="en-US" altLang="zh-CN" sz="2400" dirty="0" err="1">
                <a:latin typeface="+mn-ea"/>
              </a:rPr>
              <a:t>setprecision</a:t>
            </a:r>
            <a:r>
              <a:rPr kumimoji="1" lang="en-US" altLang="zh-CN" sz="2400" dirty="0">
                <a:latin typeface="+mn-ea"/>
              </a:rPr>
              <a:t>(2)&lt;&lt;</a:t>
            </a:r>
          </a:p>
        </p:txBody>
      </p:sp>
    </p:spTree>
    <p:extLst>
      <p:ext uri="{BB962C8B-B14F-4D97-AF65-F5344CB8AC3E}">
        <p14:creationId xmlns:p14="http://schemas.microsoft.com/office/powerpoint/2010/main" val="207349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zh-CN" altLang="en-US" dirty="0"/>
              <a:t>计算时间复杂度</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sp>
        <p:nvSpPr>
          <p:cNvPr id="5" name="文本框 4">
            <a:extLst>
              <a:ext uri="{FF2B5EF4-FFF2-40B4-BE49-F238E27FC236}">
                <a16:creationId xmlns:a16="http://schemas.microsoft.com/office/drawing/2014/main" id="{12DBD0DB-A13C-CA4B-8ED5-6CC8E0AE8D02}"/>
              </a:ext>
            </a:extLst>
          </p:cNvPr>
          <p:cNvSpPr txBox="1"/>
          <p:nvPr/>
        </p:nvSpPr>
        <p:spPr>
          <a:xfrm>
            <a:off x="701458" y="1340285"/>
            <a:ext cx="10697227" cy="3901837"/>
          </a:xfrm>
          <a:prstGeom prst="rect">
            <a:avLst/>
          </a:prstGeom>
          <a:noFill/>
        </p:spPr>
        <p:txBody>
          <a:bodyPr wrap="square" rtlCol="0">
            <a:spAutoFit/>
          </a:bodyPr>
          <a:lstStyle/>
          <a:p>
            <a:pPr marL="342900" indent="-342900">
              <a:lnSpc>
                <a:spcPct val="150000"/>
              </a:lnSpc>
              <a:buFont typeface="Wingdings" pitchFamily="2" charset="2"/>
              <a:buChar char="Ø"/>
            </a:pPr>
            <a:r>
              <a:rPr kumimoji="1" lang="zh-CN" altLang="en-US" sz="2400" dirty="0"/>
              <a:t>在有做题思路之后、正式开始写代码之前先验证时间复杂度是否符合要求，不然会白白浪费时间</a:t>
            </a:r>
            <a:endParaRPr kumimoji="1" lang="en-US" altLang="zh-CN" sz="2400" dirty="0"/>
          </a:p>
          <a:p>
            <a:pPr marL="342900" indent="-342900">
              <a:lnSpc>
                <a:spcPct val="150000"/>
              </a:lnSpc>
              <a:buFont typeface="Wingdings" pitchFamily="2" charset="2"/>
              <a:buChar char="Ø"/>
            </a:pPr>
            <a:r>
              <a:rPr kumimoji="1" lang="zh-CN" altLang="en-US" sz="2400" dirty="0"/>
              <a:t>时间复杂度上限一般不超过</a:t>
            </a:r>
            <a:r>
              <a:rPr kumimoji="1" lang="en-US" altLang="zh-CN" sz="2400" dirty="0"/>
              <a:t>10</a:t>
            </a:r>
            <a:r>
              <a:rPr kumimoji="1" lang="zh-CN" altLang="en-US" sz="2400" dirty="0"/>
              <a:t>的</a:t>
            </a:r>
            <a:r>
              <a:rPr kumimoji="1" lang="en-US" altLang="zh-CN" sz="2400" dirty="0"/>
              <a:t>9</a:t>
            </a:r>
            <a:r>
              <a:rPr kumimoji="1" lang="zh-CN" altLang="en-US" sz="2400" dirty="0"/>
              <a:t>次方这个数量级，少数题目会卡常数，计概考试一般不会出现，所以不做考虑</a:t>
            </a:r>
            <a:endParaRPr kumimoji="1" lang="en-US" altLang="zh-CN" sz="2400" dirty="0"/>
          </a:p>
          <a:p>
            <a:pPr marL="342900" indent="-342900">
              <a:lnSpc>
                <a:spcPct val="150000"/>
              </a:lnSpc>
              <a:buFont typeface="Wingdings" pitchFamily="2" charset="2"/>
              <a:buChar char="Ø"/>
            </a:pPr>
            <a:r>
              <a:rPr kumimoji="1" lang="zh-CN" altLang="en-US" sz="2400" dirty="0"/>
              <a:t>注意</a:t>
            </a:r>
            <a:r>
              <a:rPr kumimoji="1" lang="en-US" altLang="zh-CN" sz="2400" dirty="0"/>
              <a:t>O(</a:t>
            </a:r>
            <a:r>
              <a:rPr kumimoji="1" lang="en-US" altLang="zh-CN" sz="2400" dirty="0" err="1"/>
              <a:t>nlogn</a:t>
            </a:r>
            <a:r>
              <a:rPr kumimoji="1" lang="en-US" altLang="zh-CN" sz="2400" dirty="0"/>
              <a:t>)</a:t>
            </a:r>
            <a:r>
              <a:rPr kumimoji="1" lang="zh-CN" altLang="en-US" sz="2400" dirty="0"/>
              <a:t>几乎非常接近</a:t>
            </a:r>
            <a:r>
              <a:rPr kumimoji="1" lang="en-US" altLang="zh-CN" sz="2400" dirty="0"/>
              <a:t>O(n)</a:t>
            </a:r>
            <a:r>
              <a:rPr kumimoji="1" lang="zh-CN" altLang="en-US" sz="2400" dirty="0"/>
              <a:t>了，从</a:t>
            </a:r>
            <a:r>
              <a:rPr kumimoji="1" lang="en-US" altLang="zh-CN" sz="2400" dirty="0"/>
              <a:t>O(n^2)</a:t>
            </a:r>
            <a:r>
              <a:rPr kumimoji="1" lang="zh-CN" altLang="en-US" sz="2400" dirty="0"/>
              <a:t>到</a:t>
            </a:r>
            <a:r>
              <a:rPr kumimoji="1" lang="en-US" altLang="zh-CN" sz="2400" dirty="0"/>
              <a:t>O(</a:t>
            </a:r>
            <a:r>
              <a:rPr kumimoji="1" lang="en-US" altLang="zh-CN" sz="2400" dirty="0" err="1"/>
              <a:t>nlogn</a:t>
            </a:r>
            <a:r>
              <a:rPr kumimoji="1" lang="en-US" altLang="zh-CN" sz="2400" dirty="0"/>
              <a:t>)</a:t>
            </a:r>
            <a:r>
              <a:rPr kumimoji="1" lang="zh-CN" altLang="en-US" sz="2400" dirty="0"/>
              <a:t>是非常好的优化，二分往往在这种优化上有奇效</a:t>
            </a:r>
            <a:endParaRPr kumimoji="1" lang="en-US" altLang="zh-CN" sz="2400" dirty="0"/>
          </a:p>
          <a:p>
            <a:pPr marL="342900" indent="-342900">
              <a:lnSpc>
                <a:spcPct val="150000"/>
              </a:lnSpc>
              <a:buFont typeface="Wingdings" pitchFamily="2" charset="2"/>
              <a:buChar char="Ø"/>
            </a:pPr>
            <a:r>
              <a:rPr kumimoji="1" lang="zh-CN" altLang="en-US" sz="2400" dirty="0"/>
              <a:t>另外，预期时间复杂度甚至能引导我们解题</a:t>
            </a:r>
          </a:p>
        </p:txBody>
      </p:sp>
    </p:spTree>
    <p:extLst>
      <p:ext uri="{BB962C8B-B14F-4D97-AF65-F5344CB8AC3E}">
        <p14:creationId xmlns:p14="http://schemas.microsoft.com/office/powerpoint/2010/main" val="719849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t>01</a:t>
            </a:r>
            <a:r>
              <a:rPr kumimoji="1" lang="zh-CN" altLang="en-US" dirty="0"/>
              <a:t> 阶梯电价购电</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7" name="图片 6">
            <a:extLst>
              <a:ext uri="{FF2B5EF4-FFF2-40B4-BE49-F238E27FC236}">
                <a16:creationId xmlns:a16="http://schemas.microsoft.com/office/drawing/2014/main" id="{545387FD-F2E0-0A4B-8B9D-C6D0936F3CF6}"/>
              </a:ext>
            </a:extLst>
          </p:cNvPr>
          <p:cNvPicPr>
            <a:picLocks noChangeAspect="1"/>
          </p:cNvPicPr>
          <p:nvPr/>
        </p:nvPicPr>
        <p:blipFill>
          <a:blip r:embed="rId3"/>
          <a:stretch>
            <a:fillRect/>
          </a:stretch>
        </p:blipFill>
        <p:spPr>
          <a:xfrm>
            <a:off x="442913" y="1066017"/>
            <a:ext cx="11341100" cy="3924300"/>
          </a:xfrm>
          <a:prstGeom prst="rect">
            <a:avLst/>
          </a:prstGeom>
        </p:spPr>
      </p:pic>
      <p:pic>
        <p:nvPicPr>
          <p:cNvPr id="10" name="图片 9">
            <a:extLst>
              <a:ext uri="{FF2B5EF4-FFF2-40B4-BE49-F238E27FC236}">
                <a16:creationId xmlns:a16="http://schemas.microsoft.com/office/drawing/2014/main" id="{E0B02430-B210-8B43-A93E-9FA566268EDC}"/>
              </a:ext>
            </a:extLst>
          </p:cNvPr>
          <p:cNvPicPr>
            <a:picLocks noChangeAspect="1"/>
          </p:cNvPicPr>
          <p:nvPr/>
        </p:nvPicPr>
        <p:blipFill>
          <a:blip r:embed="rId4"/>
          <a:stretch>
            <a:fillRect/>
          </a:stretch>
        </p:blipFill>
        <p:spPr>
          <a:xfrm>
            <a:off x="331766" y="4842768"/>
            <a:ext cx="11303000" cy="1485900"/>
          </a:xfrm>
          <a:prstGeom prst="rect">
            <a:avLst/>
          </a:prstGeom>
        </p:spPr>
      </p:pic>
    </p:spTree>
    <p:extLst>
      <p:ext uri="{BB962C8B-B14F-4D97-AF65-F5344CB8AC3E}">
        <p14:creationId xmlns:p14="http://schemas.microsoft.com/office/powerpoint/2010/main" val="3075414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02</a:t>
            </a:r>
            <a:r>
              <a:rPr kumimoji="1" lang="zh-CN" altLang="en-US" dirty="0">
                <a:sym typeface="Arial" panose="020B0604020202020204" pitchFamily="34" charset="0"/>
              </a:rPr>
              <a:t> 计数问题</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0D211B14-4C9A-C74C-9B7E-61AA23E3C6D0}"/>
              </a:ext>
            </a:extLst>
          </p:cNvPr>
          <p:cNvPicPr>
            <a:picLocks noChangeAspect="1"/>
          </p:cNvPicPr>
          <p:nvPr/>
        </p:nvPicPr>
        <p:blipFill>
          <a:blip r:embed="rId3"/>
          <a:stretch>
            <a:fillRect/>
          </a:stretch>
        </p:blipFill>
        <p:spPr>
          <a:xfrm>
            <a:off x="442913" y="1030800"/>
            <a:ext cx="7527842" cy="5827200"/>
          </a:xfrm>
          <a:prstGeom prst="rect">
            <a:avLst/>
          </a:prstGeom>
        </p:spPr>
      </p:pic>
    </p:spTree>
    <p:extLst>
      <p:ext uri="{BB962C8B-B14F-4D97-AF65-F5344CB8AC3E}">
        <p14:creationId xmlns:p14="http://schemas.microsoft.com/office/powerpoint/2010/main" val="627851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03</a:t>
            </a:r>
            <a:r>
              <a:rPr kumimoji="1" lang="zh-CN" altLang="en-US" dirty="0">
                <a:sym typeface="Arial" panose="020B0604020202020204" pitchFamily="34" charset="0"/>
              </a:rPr>
              <a:t> 小于当前数的数</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6" name="图片 5">
            <a:extLst>
              <a:ext uri="{FF2B5EF4-FFF2-40B4-BE49-F238E27FC236}">
                <a16:creationId xmlns:a16="http://schemas.microsoft.com/office/drawing/2014/main" id="{DFBE4016-AD2F-8E48-8163-803ABD8084B8}"/>
              </a:ext>
            </a:extLst>
          </p:cNvPr>
          <p:cNvPicPr>
            <a:picLocks noChangeAspect="1"/>
          </p:cNvPicPr>
          <p:nvPr/>
        </p:nvPicPr>
        <p:blipFill>
          <a:blip r:embed="rId3"/>
          <a:stretch>
            <a:fillRect/>
          </a:stretch>
        </p:blipFill>
        <p:spPr>
          <a:xfrm>
            <a:off x="442913" y="978074"/>
            <a:ext cx="9209269" cy="4032337"/>
          </a:xfrm>
          <a:prstGeom prst="rect">
            <a:avLst/>
          </a:prstGeom>
        </p:spPr>
      </p:pic>
      <p:pic>
        <p:nvPicPr>
          <p:cNvPr id="9" name="图片 8">
            <a:extLst>
              <a:ext uri="{FF2B5EF4-FFF2-40B4-BE49-F238E27FC236}">
                <a16:creationId xmlns:a16="http://schemas.microsoft.com/office/drawing/2014/main" id="{CB6568E0-B869-F340-95B7-3A2C2EC06A99}"/>
              </a:ext>
            </a:extLst>
          </p:cNvPr>
          <p:cNvPicPr>
            <a:picLocks noChangeAspect="1"/>
          </p:cNvPicPr>
          <p:nvPr/>
        </p:nvPicPr>
        <p:blipFill>
          <a:blip r:embed="rId4"/>
          <a:stretch>
            <a:fillRect/>
          </a:stretch>
        </p:blipFill>
        <p:spPr>
          <a:xfrm>
            <a:off x="442913" y="5242846"/>
            <a:ext cx="6354436" cy="919071"/>
          </a:xfrm>
          <a:prstGeom prst="rect">
            <a:avLst/>
          </a:prstGeom>
        </p:spPr>
      </p:pic>
      <p:sp>
        <p:nvSpPr>
          <p:cNvPr id="10" name="文本框 9">
            <a:extLst>
              <a:ext uri="{FF2B5EF4-FFF2-40B4-BE49-F238E27FC236}">
                <a16:creationId xmlns:a16="http://schemas.microsoft.com/office/drawing/2014/main" id="{9AF2AC02-5091-374C-B153-778CBE16BFB8}"/>
              </a:ext>
            </a:extLst>
          </p:cNvPr>
          <p:cNvSpPr txBox="1"/>
          <p:nvPr/>
        </p:nvSpPr>
        <p:spPr>
          <a:xfrm>
            <a:off x="7265096" y="4033381"/>
            <a:ext cx="3807912" cy="400110"/>
          </a:xfrm>
          <a:prstGeom prst="rect">
            <a:avLst/>
          </a:prstGeom>
          <a:noFill/>
        </p:spPr>
        <p:txBody>
          <a:bodyPr wrap="square" rtlCol="0">
            <a:spAutoFit/>
          </a:bodyPr>
          <a:lstStyle/>
          <a:p>
            <a:pPr algn="ctr"/>
            <a:r>
              <a:rPr kumimoji="1" lang="zh-CN" altLang="en-US" sz="2000" dirty="0">
                <a:latin typeface="Arial" panose="020B0604020202020204" pitchFamily="34" charset="0"/>
                <a:ea typeface="微软雅黑" panose="020B0503020204020204" pitchFamily="34" charset="-122"/>
                <a:cs typeface="+mn-ea"/>
                <a:sym typeface="Arial" panose="020B0604020202020204" pitchFamily="34" charset="0"/>
              </a:rPr>
              <a:t>思考：如果</a:t>
            </a:r>
            <a:r>
              <a:rPr kumimoji="1" lang="en-US" altLang="zh-CN" sz="2000" dirty="0">
                <a:latin typeface="Arial" panose="020B0604020202020204" pitchFamily="34" charset="0"/>
                <a:ea typeface="微软雅黑" panose="020B0503020204020204" pitchFamily="34" charset="-122"/>
                <a:cs typeface="+mn-ea"/>
                <a:sym typeface="Arial" panose="020B0604020202020204" pitchFamily="34" charset="0"/>
              </a:rPr>
              <a:t>n</a:t>
            </a:r>
            <a:r>
              <a:rPr kumimoji="1" lang="zh-CN" altLang="en-US" sz="2000" dirty="0">
                <a:latin typeface="Arial" panose="020B0604020202020204" pitchFamily="34" charset="0"/>
                <a:ea typeface="微软雅黑" panose="020B0503020204020204" pitchFamily="34" charset="-122"/>
                <a:cs typeface="+mn-ea"/>
                <a:sym typeface="Arial" panose="020B0604020202020204" pitchFamily="34" charset="0"/>
              </a:rPr>
              <a:t>等于</a:t>
            </a:r>
            <a:r>
              <a:rPr kumimoji="1" lang="en-US" altLang="zh-CN" sz="2000" dirty="0">
                <a:latin typeface="Arial" panose="020B0604020202020204" pitchFamily="34" charset="0"/>
                <a:ea typeface="微软雅黑" panose="020B0503020204020204" pitchFamily="34" charset="-122"/>
                <a:cs typeface="+mn-ea"/>
                <a:sym typeface="Arial" panose="020B0604020202020204" pitchFamily="34" charset="0"/>
              </a:rPr>
              <a:t>1000000</a:t>
            </a:r>
            <a:r>
              <a:rPr kumimoji="1" lang="zh-CN" altLang="en-US" sz="2000" dirty="0">
                <a:latin typeface="Arial" panose="020B0604020202020204" pitchFamily="34" charset="0"/>
                <a:ea typeface="微软雅黑" panose="020B0503020204020204" pitchFamily="34" charset="-122"/>
                <a:cs typeface="+mn-ea"/>
                <a:sym typeface="Arial" panose="020B0604020202020204" pitchFamily="34" charset="0"/>
              </a:rPr>
              <a:t>呢</a:t>
            </a:r>
          </a:p>
        </p:txBody>
      </p:sp>
    </p:spTree>
    <p:extLst>
      <p:ext uri="{BB962C8B-B14F-4D97-AF65-F5344CB8AC3E}">
        <p14:creationId xmlns:p14="http://schemas.microsoft.com/office/powerpoint/2010/main" val="1154425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04</a:t>
            </a:r>
            <a:r>
              <a:rPr kumimoji="1" lang="zh-CN" altLang="en-US" dirty="0">
                <a:sym typeface="Arial" panose="020B0604020202020204" pitchFamily="34" charset="0"/>
              </a:rPr>
              <a:t> 门诊计数</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F0755341-CE9D-0241-B1D9-7CDA39C36B5A}"/>
              </a:ext>
            </a:extLst>
          </p:cNvPr>
          <p:cNvPicPr>
            <a:picLocks noChangeAspect="1"/>
          </p:cNvPicPr>
          <p:nvPr/>
        </p:nvPicPr>
        <p:blipFill>
          <a:blip r:embed="rId3"/>
          <a:stretch>
            <a:fillRect/>
          </a:stretch>
        </p:blipFill>
        <p:spPr>
          <a:xfrm>
            <a:off x="569587" y="1073585"/>
            <a:ext cx="10791521" cy="3556847"/>
          </a:xfrm>
          <a:prstGeom prst="rect">
            <a:avLst/>
          </a:prstGeom>
        </p:spPr>
      </p:pic>
      <p:pic>
        <p:nvPicPr>
          <p:cNvPr id="6" name="图片 5">
            <a:extLst>
              <a:ext uri="{FF2B5EF4-FFF2-40B4-BE49-F238E27FC236}">
                <a16:creationId xmlns:a16="http://schemas.microsoft.com/office/drawing/2014/main" id="{335DF428-65B2-1141-AF22-19872345AD4E}"/>
              </a:ext>
            </a:extLst>
          </p:cNvPr>
          <p:cNvPicPr>
            <a:picLocks noChangeAspect="1"/>
          </p:cNvPicPr>
          <p:nvPr/>
        </p:nvPicPr>
        <p:blipFill>
          <a:blip r:embed="rId4"/>
          <a:stretch>
            <a:fillRect/>
          </a:stretch>
        </p:blipFill>
        <p:spPr>
          <a:xfrm>
            <a:off x="569587" y="4915492"/>
            <a:ext cx="9436100" cy="1193800"/>
          </a:xfrm>
          <a:prstGeom prst="rect">
            <a:avLst/>
          </a:prstGeom>
        </p:spPr>
      </p:pic>
    </p:spTree>
    <p:extLst>
      <p:ext uri="{BB962C8B-B14F-4D97-AF65-F5344CB8AC3E}">
        <p14:creationId xmlns:p14="http://schemas.microsoft.com/office/powerpoint/2010/main" val="3650428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05</a:t>
            </a:r>
            <a:r>
              <a:rPr kumimoji="1" lang="zh-CN" altLang="en-US" dirty="0">
                <a:sym typeface="Arial" panose="020B0604020202020204" pitchFamily="34" charset="0"/>
              </a:rPr>
              <a:t> 除法计算</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46950287-AD11-0F4C-8757-5DDA6E84FA27}"/>
              </a:ext>
            </a:extLst>
          </p:cNvPr>
          <p:cNvPicPr>
            <a:picLocks noChangeAspect="1"/>
          </p:cNvPicPr>
          <p:nvPr/>
        </p:nvPicPr>
        <p:blipFill>
          <a:blip r:embed="rId3"/>
          <a:stretch>
            <a:fillRect/>
          </a:stretch>
        </p:blipFill>
        <p:spPr>
          <a:xfrm>
            <a:off x="442913" y="1079761"/>
            <a:ext cx="10076319" cy="3385551"/>
          </a:xfrm>
          <a:prstGeom prst="rect">
            <a:avLst/>
          </a:prstGeom>
        </p:spPr>
      </p:pic>
      <p:pic>
        <p:nvPicPr>
          <p:cNvPr id="6" name="图片 5">
            <a:extLst>
              <a:ext uri="{FF2B5EF4-FFF2-40B4-BE49-F238E27FC236}">
                <a16:creationId xmlns:a16="http://schemas.microsoft.com/office/drawing/2014/main" id="{7250D703-72C0-074E-BA11-B90230AA108B}"/>
              </a:ext>
            </a:extLst>
          </p:cNvPr>
          <p:cNvPicPr>
            <a:picLocks noChangeAspect="1"/>
          </p:cNvPicPr>
          <p:nvPr/>
        </p:nvPicPr>
        <p:blipFill>
          <a:blip r:embed="rId4"/>
          <a:stretch>
            <a:fillRect/>
          </a:stretch>
        </p:blipFill>
        <p:spPr>
          <a:xfrm>
            <a:off x="442913" y="4864682"/>
            <a:ext cx="6807200" cy="1130300"/>
          </a:xfrm>
          <a:prstGeom prst="rect">
            <a:avLst/>
          </a:prstGeom>
        </p:spPr>
      </p:pic>
    </p:spTree>
    <p:extLst>
      <p:ext uri="{BB962C8B-B14F-4D97-AF65-F5344CB8AC3E}">
        <p14:creationId xmlns:p14="http://schemas.microsoft.com/office/powerpoint/2010/main" val="1669561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06</a:t>
            </a:r>
            <a:r>
              <a:rPr kumimoji="1" lang="zh-CN" altLang="en-US" dirty="0">
                <a:sym typeface="Arial" panose="020B0604020202020204" pitchFamily="34" charset="0"/>
              </a:rPr>
              <a:t> </a:t>
            </a:r>
            <a:r>
              <a:rPr kumimoji="1" lang="en-US" altLang="zh-CN" dirty="0" err="1">
                <a:sym typeface="Arial" panose="020B0604020202020204" pitchFamily="34" charset="0"/>
              </a:rPr>
              <a:t>Vika</a:t>
            </a:r>
            <a:r>
              <a:rPr kumimoji="1" lang="zh-CN" altLang="en-US" dirty="0">
                <a:sym typeface="Arial" panose="020B0604020202020204" pitchFamily="34" charset="0"/>
              </a:rPr>
              <a:t>的贺卡</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F4F19B35-9EBB-3240-9080-1C5A4A994D88}"/>
              </a:ext>
            </a:extLst>
          </p:cNvPr>
          <p:cNvPicPr>
            <a:picLocks noChangeAspect="1"/>
          </p:cNvPicPr>
          <p:nvPr/>
        </p:nvPicPr>
        <p:blipFill>
          <a:blip r:embed="rId3"/>
          <a:stretch>
            <a:fillRect/>
          </a:stretch>
        </p:blipFill>
        <p:spPr>
          <a:xfrm>
            <a:off x="442913" y="1053404"/>
            <a:ext cx="11061700" cy="1193800"/>
          </a:xfrm>
          <a:prstGeom prst="rect">
            <a:avLst/>
          </a:prstGeom>
        </p:spPr>
      </p:pic>
      <p:pic>
        <p:nvPicPr>
          <p:cNvPr id="6" name="图片 5">
            <a:extLst>
              <a:ext uri="{FF2B5EF4-FFF2-40B4-BE49-F238E27FC236}">
                <a16:creationId xmlns:a16="http://schemas.microsoft.com/office/drawing/2014/main" id="{E8E53F0D-87F0-364C-9324-6894C24C537F}"/>
              </a:ext>
            </a:extLst>
          </p:cNvPr>
          <p:cNvPicPr>
            <a:picLocks noChangeAspect="1"/>
          </p:cNvPicPr>
          <p:nvPr/>
        </p:nvPicPr>
        <p:blipFill>
          <a:blip r:embed="rId4"/>
          <a:stretch>
            <a:fillRect/>
          </a:stretch>
        </p:blipFill>
        <p:spPr>
          <a:xfrm>
            <a:off x="442913" y="2247204"/>
            <a:ext cx="11099800" cy="2794000"/>
          </a:xfrm>
          <a:prstGeom prst="rect">
            <a:avLst/>
          </a:prstGeom>
        </p:spPr>
      </p:pic>
      <p:pic>
        <p:nvPicPr>
          <p:cNvPr id="9" name="图片 8">
            <a:extLst>
              <a:ext uri="{FF2B5EF4-FFF2-40B4-BE49-F238E27FC236}">
                <a16:creationId xmlns:a16="http://schemas.microsoft.com/office/drawing/2014/main" id="{BFC8740E-3C8D-3E49-8324-E5650D73956B}"/>
              </a:ext>
            </a:extLst>
          </p:cNvPr>
          <p:cNvPicPr>
            <a:picLocks noChangeAspect="1"/>
          </p:cNvPicPr>
          <p:nvPr/>
        </p:nvPicPr>
        <p:blipFill>
          <a:blip r:embed="rId5"/>
          <a:stretch>
            <a:fillRect/>
          </a:stretch>
        </p:blipFill>
        <p:spPr>
          <a:xfrm>
            <a:off x="442913" y="5114528"/>
            <a:ext cx="8585200" cy="1206500"/>
          </a:xfrm>
          <a:prstGeom prst="rect">
            <a:avLst/>
          </a:prstGeom>
        </p:spPr>
      </p:pic>
    </p:spTree>
    <p:extLst>
      <p:ext uri="{BB962C8B-B14F-4D97-AF65-F5344CB8AC3E}">
        <p14:creationId xmlns:p14="http://schemas.microsoft.com/office/powerpoint/2010/main" val="1987266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06</a:t>
            </a:r>
            <a:r>
              <a:rPr kumimoji="1" lang="zh-CN" altLang="en-US" dirty="0">
                <a:sym typeface="Arial" panose="020B0604020202020204" pitchFamily="34" charset="0"/>
              </a:rPr>
              <a:t> </a:t>
            </a:r>
            <a:r>
              <a:rPr kumimoji="1" lang="en-US" altLang="zh-CN" dirty="0" err="1">
                <a:sym typeface="Arial" panose="020B0604020202020204" pitchFamily="34" charset="0"/>
              </a:rPr>
              <a:t>Vika</a:t>
            </a:r>
            <a:r>
              <a:rPr kumimoji="1" lang="zh-CN" altLang="en-US" dirty="0">
                <a:sym typeface="Arial" panose="020B0604020202020204" pitchFamily="34" charset="0"/>
              </a:rPr>
              <a:t>的贺卡</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5" name="图片 4">
            <a:extLst>
              <a:ext uri="{FF2B5EF4-FFF2-40B4-BE49-F238E27FC236}">
                <a16:creationId xmlns:a16="http://schemas.microsoft.com/office/drawing/2014/main" id="{7D520F77-A949-DB43-96E0-81DD135852D9}"/>
              </a:ext>
            </a:extLst>
          </p:cNvPr>
          <p:cNvPicPr>
            <a:picLocks noChangeAspect="1"/>
          </p:cNvPicPr>
          <p:nvPr/>
        </p:nvPicPr>
        <p:blipFill>
          <a:blip r:embed="rId3"/>
          <a:stretch>
            <a:fillRect/>
          </a:stretch>
        </p:blipFill>
        <p:spPr>
          <a:xfrm>
            <a:off x="442913" y="761738"/>
            <a:ext cx="8852658" cy="6096262"/>
          </a:xfrm>
          <a:prstGeom prst="rect">
            <a:avLst/>
          </a:prstGeom>
        </p:spPr>
      </p:pic>
      <p:pic>
        <p:nvPicPr>
          <p:cNvPr id="7" name="图片 6">
            <a:extLst>
              <a:ext uri="{FF2B5EF4-FFF2-40B4-BE49-F238E27FC236}">
                <a16:creationId xmlns:a16="http://schemas.microsoft.com/office/drawing/2014/main" id="{0F8DAC22-3EEE-4048-BB97-0551CAC3077D}"/>
              </a:ext>
            </a:extLst>
          </p:cNvPr>
          <p:cNvPicPr>
            <a:picLocks noChangeAspect="1"/>
          </p:cNvPicPr>
          <p:nvPr/>
        </p:nvPicPr>
        <p:blipFill>
          <a:blip r:embed="rId4"/>
          <a:stretch>
            <a:fillRect/>
          </a:stretch>
        </p:blipFill>
        <p:spPr>
          <a:xfrm>
            <a:off x="9873815" y="2041481"/>
            <a:ext cx="736600" cy="1701800"/>
          </a:xfrm>
          <a:prstGeom prst="rect">
            <a:avLst/>
          </a:prstGeom>
        </p:spPr>
      </p:pic>
      <p:pic>
        <p:nvPicPr>
          <p:cNvPr id="10" name="图片 9">
            <a:extLst>
              <a:ext uri="{FF2B5EF4-FFF2-40B4-BE49-F238E27FC236}">
                <a16:creationId xmlns:a16="http://schemas.microsoft.com/office/drawing/2014/main" id="{E92C150B-9002-E547-99D7-521C5B720F24}"/>
              </a:ext>
            </a:extLst>
          </p:cNvPr>
          <p:cNvPicPr>
            <a:picLocks noChangeAspect="1"/>
          </p:cNvPicPr>
          <p:nvPr/>
        </p:nvPicPr>
        <p:blipFill>
          <a:blip r:embed="rId5"/>
          <a:stretch>
            <a:fillRect/>
          </a:stretch>
        </p:blipFill>
        <p:spPr>
          <a:xfrm>
            <a:off x="9657915" y="1415702"/>
            <a:ext cx="1168400" cy="419100"/>
          </a:xfrm>
          <a:prstGeom prst="rect">
            <a:avLst/>
          </a:prstGeom>
        </p:spPr>
      </p:pic>
    </p:spTree>
    <p:extLst>
      <p:ext uri="{BB962C8B-B14F-4D97-AF65-F5344CB8AC3E}">
        <p14:creationId xmlns:p14="http://schemas.microsoft.com/office/powerpoint/2010/main" val="1531253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07</a:t>
            </a:r>
            <a:r>
              <a:rPr kumimoji="1" lang="zh-CN" altLang="en-US" dirty="0">
                <a:sym typeface="Arial" panose="020B0604020202020204" pitchFamily="34" charset="0"/>
              </a:rPr>
              <a:t> 合法标识符</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D82429E7-321E-CC43-B5AA-D185AFEB5731}"/>
              </a:ext>
            </a:extLst>
          </p:cNvPr>
          <p:cNvPicPr>
            <a:picLocks noChangeAspect="1"/>
          </p:cNvPicPr>
          <p:nvPr/>
        </p:nvPicPr>
        <p:blipFill>
          <a:blip r:embed="rId3"/>
          <a:stretch>
            <a:fillRect/>
          </a:stretch>
        </p:blipFill>
        <p:spPr>
          <a:xfrm>
            <a:off x="442913" y="1088199"/>
            <a:ext cx="10164349" cy="3111535"/>
          </a:xfrm>
          <a:prstGeom prst="rect">
            <a:avLst/>
          </a:prstGeom>
        </p:spPr>
      </p:pic>
      <p:pic>
        <p:nvPicPr>
          <p:cNvPr id="6" name="图片 5">
            <a:extLst>
              <a:ext uri="{FF2B5EF4-FFF2-40B4-BE49-F238E27FC236}">
                <a16:creationId xmlns:a16="http://schemas.microsoft.com/office/drawing/2014/main" id="{E698BAD1-8047-0F44-B13A-8C7D70A5F41A}"/>
              </a:ext>
            </a:extLst>
          </p:cNvPr>
          <p:cNvPicPr>
            <a:picLocks noChangeAspect="1"/>
          </p:cNvPicPr>
          <p:nvPr/>
        </p:nvPicPr>
        <p:blipFill>
          <a:blip r:embed="rId4"/>
          <a:stretch>
            <a:fillRect/>
          </a:stretch>
        </p:blipFill>
        <p:spPr>
          <a:xfrm>
            <a:off x="2039915" y="4426846"/>
            <a:ext cx="6057900" cy="1270000"/>
          </a:xfrm>
          <a:prstGeom prst="rect">
            <a:avLst/>
          </a:prstGeom>
        </p:spPr>
      </p:pic>
    </p:spTree>
    <p:extLst>
      <p:ext uri="{BB962C8B-B14F-4D97-AF65-F5344CB8AC3E}">
        <p14:creationId xmlns:p14="http://schemas.microsoft.com/office/powerpoint/2010/main" val="346648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08</a:t>
            </a:r>
            <a:r>
              <a:rPr kumimoji="1" lang="zh-CN" altLang="en-US" dirty="0">
                <a:sym typeface="Arial" panose="020B0604020202020204" pitchFamily="34" charset="0"/>
              </a:rPr>
              <a:t> 位置查找</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CC58F609-D698-D144-AEB9-AC714EEECFCC}"/>
              </a:ext>
            </a:extLst>
          </p:cNvPr>
          <p:cNvPicPr>
            <a:picLocks noChangeAspect="1"/>
          </p:cNvPicPr>
          <p:nvPr/>
        </p:nvPicPr>
        <p:blipFill>
          <a:blip r:embed="rId3"/>
          <a:stretch>
            <a:fillRect/>
          </a:stretch>
        </p:blipFill>
        <p:spPr>
          <a:xfrm>
            <a:off x="527050" y="1200150"/>
            <a:ext cx="11137900" cy="4457700"/>
          </a:xfrm>
          <a:prstGeom prst="rect">
            <a:avLst/>
          </a:prstGeom>
        </p:spPr>
      </p:pic>
      <p:pic>
        <p:nvPicPr>
          <p:cNvPr id="6" name="图片 5">
            <a:extLst>
              <a:ext uri="{FF2B5EF4-FFF2-40B4-BE49-F238E27FC236}">
                <a16:creationId xmlns:a16="http://schemas.microsoft.com/office/drawing/2014/main" id="{5B5E1DE5-939B-124E-B464-F2FD732DC7DF}"/>
              </a:ext>
            </a:extLst>
          </p:cNvPr>
          <p:cNvPicPr>
            <a:picLocks noChangeAspect="1"/>
          </p:cNvPicPr>
          <p:nvPr/>
        </p:nvPicPr>
        <p:blipFill>
          <a:blip r:embed="rId4"/>
          <a:stretch>
            <a:fillRect/>
          </a:stretch>
        </p:blipFill>
        <p:spPr>
          <a:xfrm>
            <a:off x="2327295" y="3231715"/>
            <a:ext cx="8419594" cy="1269130"/>
          </a:xfrm>
          <a:prstGeom prst="rect">
            <a:avLst/>
          </a:prstGeom>
        </p:spPr>
      </p:pic>
    </p:spTree>
    <p:extLst>
      <p:ext uri="{BB962C8B-B14F-4D97-AF65-F5344CB8AC3E}">
        <p14:creationId xmlns:p14="http://schemas.microsoft.com/office/powerpoint/2010/main" val="216929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09</a:t>
            </a:r>
            <a:r>
              <a:rPr kumimoji="1" lang="zh-CN" altLang="en-US" dirty="0">
                <a:sym typeface="Arial" panose="020B0604020202020204" pitchFamily="34" charset="0"/>
              </a:rPr>
              <a:t> </a:t>
            </a:r>
            <a:r>
              <a:rPr kumimoji="1" lang="en-US" altLang="zh-CN" dirty="0">
                <a:sym typeface="Arial" panose="020B0604020202020204" pitchFamily="34" charset="0"/>
              </a:rPr>
              <a:t>DNA</a:t>
            </a:r>
            <a:r>
              <a:rPr kumimoji="1" lang="zh-CN" altLang="en-US" dirty="0">
                <a:sym typeface="Arial" panose="020B0604020202020204" pitchFamily="34" charset="0"/>
              </a:rPr>
              <a:t>排序</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6" name="图片 5">
            <a:extLst>
              <a:ext uri="{FF2B5EF4-FFF2-40B4-BE49-F238E27FC236}">
                <a16:creationId xmlns:a16="http://schemas.microsoft.com/office/drawing/2014/main" id="{54C121F7-1BEB-EF47-9C95-4ECCF5794440}"/>
              </a:ext>
            </a:extLst>
          </p:cNvPr>
          <p:cNvPicPr>
            <a:picLocks noChangeAspect="1"/>
          </p:cNvPicPr>
          <p:nvPr/>
        </p:nvPicPr>
        <p:blipFill>
          <a:blip r:embed="rId3"/>
          <a:stretch>
            <a:fillRect/>
          </a:stretch>
        </p:blipFill>
        <p:spPr>
          <a:xfrm>
            <a:off x="442913" y="1005170"/>
            <a:ext cx="11176000" cy="5245100"/>
          </a:xfrm>
          <a:prstGeom prst="rect">
            <a:avLst/>
          </a:prstGeom>
        </p:spPr>
      </p:pic>
    </p:spTree>
    <p:extLst>
      <p:ext uri="{BB962C8B-B14F-4D97-AF65-F5344CB8AC3E}">
        <p14:creationId xmlns:p14="http://schemas.microsoft.com/office/powerpoint/2010/main" val="1608237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zh-CN" altLang="en-US" dirty="0">
                <a:sym typeface="Arial" panose="020B0604020202020204" pitchFamily="34" charset="0"/>
              </a:rPr>
              <a:t>排序的稳定性</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6" name="图片 5">
            <a:extLst>
              <a:ext uri="{FF2B5EF4-FFF2-40B4-BE49-F238E27FC236}">
                <a16:creationId xmlns:a16="http://schemas.microsoft.com/office/drawing/2014/main" id="{0C5E1D18-4008-2F4B-AE0D-1362E8BA3875}"/>
              </a:ext>
            </a:extLst>
          </p:cNvPr>
          <p:cNvPicPr>
            <a:picLocks noChangeAspect="1"/>
          </p:cNvPicPr>
          <p:nvPr/>
        </p:nvPicPr>
        <p:blipFill>
          <a:blip r:embed="rId3"/>
          <a:stretch>
            <a:fillRect/>
          </a:stretch>
        </p:blipFill>
        <p:spPr>
          <a:xfrm>
            <a:off x="457364" y="1094375"/>
            <a:ext cx="9042400" cy="1612900"/>
          </a:xfrm>
          <a:prstGeom prst="rect">
            <a:avLst/>
          </a:prstGeom>
        </p:spPr>
      </p:pic>
      <p:pic>
        <p:nvPicPr>
          <p:cNvPr id="9" name="图片 8">
            <a:extLst>
              <a:ext uri="{FF2B5EF4-FFF2-40B4-BE49-F238E27FC236}">
                <a16:creationId xmlns:a16="http://schemas.microsoft.com/office/drawing/2014/main" id="{6BCEE7F8-79D2-B94A-9832-ADAB098B722F}"/>
              </a:ext>
            </a:extLst>
          </p:cNvPr>
          <p:cNvPicPr>
            <a:picLocks noChangeAspect="1"/>
          </p:cNvPicPr>
          <p:nvPr/>
        </p:nvPicPr>
        <p:blipFill>
          <a:blip r:embed="rId4"/>
          <a:stretch>
            <a:fillRect/>
          </a:stretch>
        </p:blipFill>
        <p:spPr>
          <a:xfrm>
            <a:off x="457364" y="2707275"/>
            <a:ext cx="8902700" cy="1816100"/>
          </a:xfrm>
          <a:prstGeom prst="rect">
            <a:avLst/>
          </a:prstGeom>
        </p:spPr>
      </p:pic>
      <p:sp>
        <p:nvSpPr>
          <p:cNvPr id="10" name="文本框 9">
            <a:extLst>
              <a:ext uri="{FF2B5EF4-FFF2-40B4-BE49-F238E27FC236}">
                <a16:creationId xmlns:a16="http://schemas.microsoft.com/office/drawing/2014/main" id="{A80BDCEA-D7F3-F742-83C0-C5ED7F8AEFD5}"/>
              </a:ext>
            </a:extLst>
          </p:cNvPr>
          <p:cNvSpPr txBox="1"/>
          <p:nvPr/>
        </p:nvSpPr>
        <p:spPr>
          <a:xfrm>
            <a:off x="688932" y="4972833"/>
            <a:ext cx="10233764" cy="400110"/>
          </a:xfrm>
          <a:prstGeom prst="rect">
            <a:avLst/>
          </a:prstGeom>
          <a:noFill/>
        </p:spPr>
        <p:txBody>
          <a:bodyPr wrap="square" rtlCol="0">
            <a:spAutoFit/>
          </a:bodyPr>
          <a:lstStyle/>
          <a:p>
            <a:r>
              <a:rPr kumimoji="1" lang="zh-CN" altLang="en-US" sz="2000" dirty="0">
                <a:latin typeface="Arial" panose="020B0604020202020204" pitchFamily="34" charset="0"/>
                <a:ea typeface="微软雅黑" panose="020B0503020204020204" pitchFamily="34" charset="-122"/>
                <a:cs typeface="+mn-ea"/>
                <a:sym typeface="Arial" panose="020B0604020202020204" pitchFamily="34" charset="0"/>
              </a:rPr>
              <a:t>尤其注意此处是不能直接使用</a:t>
            </a:r>
            <a:r>
              <a:rPr kumimoji="1" lang="en-US" altLang="zh-CN" sz="2000" dirty="0">
                <a:latin typeface="Arial" panose="020B0604020202020204" pitchFamily="34" charset="0"/>
                <a:ea typeface="微软雅黑" panose="020B0503020204020204" pitchFamily="34" charset="-122"/>
                <a:cs typeface="+mn-ea"/>
                <a:sym typeface="Arial" panose="020B0604020202020204" pitchFamily="34" charset="0"/>
              </a:rPr>
              <a:t>sort</a:t>
            </a:r>
            <a:r>
              <a:rPr kumimoji="1" lang="zh-CN" altLang="en-US" sz="2000" dirty="0">
                <a:latin typeface="Arial" panose="020B0604020202020204" pitchFamily="34" charset="0"/>
                <a:ea typeface="微软雅黑" panose="020B0503020204020204" pitchFamily="34" charset="-122"/>
                <a:cs typeface="+mn-ea"/>
                <a:sym typeface="Arial" panose="020B0604020202020204" pitchFamily="34" charset="0"/>
              </a:rPr>
              <a:t>的，</a:t>
            </a:r>
            <a:r>
              <a:rPr kumimoji="1" lang="en-US" altLang="zh-CN" sz="2000" dirty="0">
                <a:latin typeface="Arial" panose="020B0604020202020204" pitchFamily="34" charset="0"/>
                <a:ea typeface="微软雅黑" panose="020B0503020204020204" pitchFamily="34" charset="-122"/>
                <a:cs typeface="+mn-ea"/>
                <a:sym typeface="Arial" panose="020B0604020202020204" pitchFamily="34" charset="0"/>
              </a:rPr>
              <a:t>sort</a:t>
            </a:r>
            <a:r>
              <a:rPr kumimoji="1" lang="zh-CN" altLang="en-US" sz="2000" dirty="0">
                <a:latin typeface="Arial" panose="020B0604020202020204" pitchFamily="34" charset="0"/>
                <a:ea typeface="微软雅黑" panose="020B0503020204020204" pitchFamily="34" charset="-122"/>
                <a:cs typeface="+mn-ea"/>
                <a:sym typeface="Arial" panose="020B0604020202020204" pitchFamily="34" charset="0"/>
              </a:rPr>
              <a:t>是不稳定的快排</a:t>
            </a:r>
          </a:p>
        </p:txBody>
      </p:sp>
    </p:spTree>
    <p:extLst>
      <p:ext uri="{BB962C8B-B14F-4D97-AF65-F5344CB8AC3E}">
        <p14:creationId xmlns:p14="http://schemas.microsoft.com/office/powerpoint/2010/main" val="1587519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10</a:t>
            </a:r>
            <a:r>
              <a:rPr kumimoji="1" lang="zh-CN" altLang="en-US" dirty="0">
                <a:sym typeface="Arial" panose="020B0604020202020204" pitchFamily="34" charset="0"/>
              </a:rPr>
              <a:t> 重排空格</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637E0B29-C5D6-C14B-A892-CB85D2A2524A}"/>
              </a:ext>
            </a:extLst>
          </p:cNvPr>
          <p:cNvPicPr>
            <a:picLocks noChangeAspect="1"/>
          </p:cNvPicPr>
          <p:nvPr/>
        </p:nvPicPr>
        <p:blipFill>
          <a:blip r:embed="rId3"/>
          <a:stretch>
            <a:fillRect/>
          </a:stretch>
        </p:blipFill>
        <p:spPr>
          <a:xfrm>
            <a:off x="237656" y="951978"/>
            <a:ext cx="7609194" cy="5906022"/>
          </a:xfrm>
          <a:prstGeom prst="rect">
            <a:avLst/>
          </a:prstGeom>
        </p:spPr>
      </p:pic>
      <p:pic>
        <p:nvPicPr>
          <p:cNvPr id="6" name="图片 5">
            <a:extLst>
              <a:ext uri="{FF2B5EF4-FFF2-40B4-BE49-F238E27FC236}">
                <a16:creationId xmlns:a16="http://schemas.microsoft.com/office/drawing/2014/main" id="{1BC0F777-CD1C-6F40-A29E-E5CEE20927D7}"/>
              </a:ext>
            </a:extLst>
          </p:cNvPr>
          <p:cNvPicPr>
            <a:picLocks noChangeAspect="1"/>
          </p:cNvPicPr>
          <p:nvPr/>
        </p:nvPicPr>
        <p:blipFill>
          <a:blip r:embed="rId4"/>
          <a:stretch>
            <a:fillRect/>
          </a:stretch>
        </p:blipFill>
        <p:spPr>
          <a:xfrm>
            <a:off x="8551536" y="2497420"/>
            <a:ext cx="2679700" cy="1130300"/>
          </a:xfrm>
          <a:prstGeom prst="rect">
            <a:avLst/>
          </a:prstGeom>
        </p:spPr>
      </p:pic>
    </p:spTree>
    <p:extLst>
      <p:ext uri="{BB962C8B-B14F-4D97-AF65-F5344CB8AC3E}">
        <p14:creationId xmlns:p14="http://schemas.microsoft.com/office/powerpoint/2010/main" val="4249147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11</a:t>
            </a:r>
            <a:r>
              <a:rPr kumimoji="1" lang="zh-CN" altLang="en-US" dirty="0">
                <a:sym typeface="Arial" panose="020B0604020202020204" pitchFamily="34" charset="0"/>
              </a:rPr>
              <a:t> 流感</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E95D4FC4-6569-3441-B2BA-364E67BBA0D4}"/>
              </a:ext>
            </a:extLst>
          </p:cNvPr>
          <p:cNvPicPr>
            <a:picLocks noChangeAspect="1"/>
          </p:cNvPicPr>
          <p:nvPr/>
        </p:nvPicPr>
        <p:blipFill>
          <a:blip r:embed="rId3"/>
          <a:stretch>
            <a:fillRect/>
          </a:stretch>
        </p:blipFill>
        <p:spPr>
          <a:xfrm>
            <a:off x="442913" y="991060"/>
            <a:ext cx="10659650" cy="5695489"/>
          </a:xfrm>
          <a:prstGeom prst="rect">
            <a:avLst/>
          </a:prstGeom>
        </p:spPr>
      </p:pic>
    </p:spTree>
    <p:extLst>
      <p:ext uri="{BB962C8B-B14F-4D97-AF65-F5344CB8AC3E}">
        <p14:creationId xmlns:p14="http://schemas.microsoft.com/office/powerpoint/2010/main" val="2526817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11</a:t>
            </a:r>
            <a:r>
              <a:rPr kumimoji="1" lang="zh-CN" altLang="en-US" dirty="0">
                <a:sym typeface="Arial" panose="020B0604020202020204" pitchFamily="34" charset="0"/>
              </a:rPr>
              <a:t> 流感</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9B3AED7C-4824-594A-8CC5-2834B5F6E58E}"/>
              </a:ext>
            </a:extLst>
          </p:cNvPr>
          <p:cNvPicPr>
            <a:picLocks noChangeAspect="1"/>
          </p:cNvPicPr>
          <p:nvPr/>
        </p:nvPicPr>
        <p:blipFill>
          <a:blip r:embed="rId3"/>
          <a:stretch>
            <a:fillRect/>
          </a:stretch>
        </p:blipFill>
        <p:spPr>
          <a:xfrm>
            <a:off x="442913" y="1003300"/>
            <a:ext cx="1346200" cy="5854700"/>
          </a:xfrm>
          <a:prstGeom prst="rect">
            <a:avLst/>
          </a:prstGeom>
        </p:spPr>
      </p:pic>
      <p:pic>
        <p:nvPicPr>
          <p:cNvPr id="5" name="图片 4">
            <a:extLst>
              <a:ext uri="{FF2B5EF4-FFF2-40B4-BE49-F238E27FC236}">
                <a16:creationId xmlns:a16="http://schemas.microsoft.com/office/drawing/2014/main" id="{40AB2BBE-5140-F243-94FC-1D77D53D3A50}"/>
              </a:ext>
            </a:extLst>
          </p:cNvPr>
          <p:cNvPicPr>
            <a:picLocks noChangeAspect="1"/>
          </p:cNvPicPr>
          <p:nvPr/>
        </p:nvPicPr>
        <p:blipFill>
          <a:blip r:embed="rId4"/>
          <a:stretch>
            <a:fillRect/>
          </a:stretch>
        </p:blipFill>
        <p:spPr>
          <a:xfrm>
            <a:off x="1789113" y="1003300"/>
            <a:ext cx="9630427" cy="5847045"/>
          </a:xfrm>
          <a:prstGeom prst="rect">
            <a:avLst/>
          </a:prstGeom>
        </p:spPr>
      </p:pic>
    </p:spTree>
    <p:extLst>
      <p:ext uri="{BB962C8B-B14F-4D97-AF65-F5344CB8AC3E}">
        <p14:creationId xmlns:p14="http://schemas.microsoft.com/office/powerpoint/2010/main" val="1056231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12</a:t>
            </a:r>
            <a:r>
              <a:rPr kumimoji="1" lang="zh-CN" altLang="en-US" dirty="0">
                <a:sym typeface="Arial" panose="020B0604020202020204" pitchFamily="34" charset="0"/>
              </a:rPr>
              <a:t> 柱状图上的最大矩形</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C44B3722-CC4A-E04F-9523-1DC231E7F5F3}"/>
              </a:ext>
            </a:extLst>
          </p:cNvPr>
          <p:cNvPicPr>
            <a:picLocks noChangeAspect="1"/>
          </p:cNvPicPr>
          <p:nvPr/>
        </p:nvPicPr>
        <p:blipFill>
          <a:blip r:embed="rId3"/>
          <a:stretch>
            <a:fillRect/>
          </a:stretch>
        </p:blipFill>
        <p:spPr>
          <a:xfrm>
            <a:off x="442913" y="961295"/>
            <a:ext cx="8551998" cy="5896705"/>
          </a:xfrm>
          <a:prstGeom prst="rect">
            <a:avLst/>
          </a:prstGeom>
        </p:spPr>
      </p:pic>
    </p:spTree>
    <p:extLst>
      <p:ext uri="{BB962C8B-B14F-4D97-AF65-F5344CB8AC3E}">
        <p14:creationId xmlns:p14="http://schemas.microsoft.com/office/powerpoint/2010/main" val="568184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12</a:t>
            </a:r>
            <a:r>
              <a:rPr kumimoji="1" lang="zh-CN" altLang="en-US" dirty="0">
                <a:sym typeface="Arial" panose="020B0604020202020204" pitchFamily="34" charset="0"/>
              </a:rPr>
              <a:t> 柱状图上的最大矩形</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34D2F9F5-8201-1C4C-A9A1-5088F9272315}"/>
              </a:ext>
            </a:extLst>
          </p:cNvPr>
          <p:cNvPicPr>
            <a:picLocks noChangeAspect="1"/>
          </p:cNvPicPr>
          <p:nvPr/>
        </p:nvPicPr>
        <p:blipFill>
          <a:blip r:embed="rId3"/>
          <a:stretch>
            <a:fillRect/>
          </a:stretch>
        </p:blipFill>
        <p:spPr>
          <a:xfrm>
            <a:off x="442913" y="1172575"/>
            <a:ext cx="10253295" cy="5685425"/>
          </a:xfrm>
          <a:prstGeom prst="rect">
            <a:avLst/>
          </a:prstGeom>
        </p:spPr>
      </p:pic>
    </p:spTree>
    <p:extLst>
      <p:ext uri="{BB962C8B-B14F-4D97-AF65-F5344CB8AC3E}">
        <p14:creationId xmlns:p14="http://schemas.microsoft.com/office/powerpoint/2010/main" val="101475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13</a:t>
            </a:r>
            <a:r>
              <a:rPr kumimoji="1" lang="zh-CN" altLang="en-US" dirty="0">
                <a:sym typeface="Arial" panose="020B0604020202020204" pitchFamily="34" charset="0"/>
              </a:rPr>
              <a:t> 照亮房间</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5" name="图片 4">
            <a:extLst>
              <a:ext uri="{FF2B5EF4-FFF2-40B4-BE49-F238E27FC236}">
                <a16:creationId xmlns:a16="http://schemas.microsoft.com/office/drawing/2014/main" id="{D124EBEC-C380-2C4D-91A8-D86A3BD6E9A8}"/>
              </a:ext>
            </a:extLst>
          </p:cNvPr>
          <p:cNvPicPr>
            <a:picLocks noChangeAspect="1"/>
          </p:cNvPicPr>
          <p:nvPr/>
        </p:nvPicPr>
        <p:blipFill>
          <a:blip r:embed="rId3"/>
          <a:stretch>
            <a:fillRect/>
          </a:stretch>
        </p:blipFill>
        <p:spPr>
          <a:xfrm>
            <a:off x="101600" y="1202759"/>
            <a:ext cx="12090400" cy="4076700"/>
          </a:xfrm>
          <a:prstGeom prst="rect">
            <a:avLst/>
          </a:prstGeom>
        </p:spPr>
      </p:pic>
    </p:spTree>
    <p:extLst>
      <p:ext uri="{BB962C8B-B14F-4D97-AF65-F5344CB8AC3E}">
        <p14:creationId xmlns:p14="http://schemas.microsoft.com/office/powerpoint/2010/main" val="3790444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13</a:t>
            </a:r>
            <a:r>
              <a:rPr kumimoji="1" lang="zh-CN" altLang="en-US" dirty="0">
                <a:sym typeface="Arial" panose="020B0604020202020204" pitchFamily="34" charset="0"/>
              </a:rPr>
              <a:t> 照亮房间</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6" name="图片 5">
            <a:extLst>
              <a:ext uri="{FF2B5EF4-FFF2-40B4-BE49-F238E27FC236}">
                <a16:creationId xmlns:a16="http://schemas.microsoft.com/office/drawing/2014/main" id="{5377006F-556B-9F42-94F1-08C40553DF1E}"/>
              </a:ext>
            </a:extLst>
          </p:cNvPr>
          <p:cNvPicPr>
            <a:picLocks noChangeAspect="1"/>
          </p:cNvPicPr>
          <p:nvPr/>
        </p:nvPicPr>
        <p:blipFill>
          <a:blip r:embed="rId3"/>
          <a:stretch>
            <a:fillRect/>
          </a:stretch>
        </p:blipFill>
        <p:spPr>
          <a:xfrm>
            <a:off x="918314" y="996853"/>
            <a:ext cx="10706100" cy="5397500"/>
          </a:xfrm>
          <a:prstGeom prst="rect">
            <a:avLst/>
          </a:prstGeom>
        </p:spPr>
      </p:pic>
    </p:spTree>
    <p:extLst>
      <p:ext uri="{BB962C8B-B14F-4D97-AF65-F5344CB8AC3E}">
        <p14:creationId xmlns:p14="http://schemas.microsoft.com/office/powerpoint/2010/main" val="2317414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14</a:t>
            </a:r>
            <a:r>
              <a:rPr kumimoji="1" lang="zh-CN" altLang="en-US" dirty="0">
                <a:sym typeface="Arial" panose="020B0604020202020204" pitchFamily="34" charset="0"/>
              </a:rPr>
              <a:t> 炸鸡排</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D8C358C8-B276-2045-A65C-6B153C599E05}"/>
              </a:ext>
            </a:extLst>
          </p:cNvPr>
          <p:cNvPicPr>
            <a:picLocks noChangeAspect="1"/>
          </p:cNvPicPr>
          <p:nvPr/>
        </p:nvPicPr>
        <p:blipFill>
          <a:blip r:embed="rId3"/>
          <a:stretch>
            <a:fillRect/>
          </a:stretch>
        </p:blipFill>
        <p:spPr>
          <a:xfrm>
            <a:off x="262656" y="1341502"/>
            <a:ext cx="11929344" cy="5345047"/>
          </a:xfrm>
          <a:prstGeom prst="rect">
            <a:avLst/>
          </a:prstGeom>
        </p:spPr>
      </p:pic>
    </p:spTree>
    <p:extLst>
      <p:ext uri="{BB962C8B-B14F-4D97-AF65-F5344CB8AC3E}">
        <p14:creationId xmlns:p14="http://schemas.microsoft.com/office/powerpoint/2010/main" val="650343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14</a:t>
            </a:r>
            <a:r>
              <a:rPr kumimoji="1" lang="zh-CN" altLang="en-US" dirty="0">
                <a:sym typeface="Arial" panose="020B0604020202020204" pitchFamily="34" charset="0"/>
              </a:rPr>
              <a:t> 炸鸡排</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23C2C317-3907-3746-9E21-86CD9F70FE29}"/>
              </a:ext>
            </a:extLst>
          </p:cNvPr>
          <p:cNvPicPr>
            <a:picLocks noChangeAspect="1"/>
          </p:cNvPicPr>
          <p:nvPr/>
        </p:nvPicPr>
        <p:blipFill>
          <a:blip r:embed="rId3"/>
          <a:stretch>
            <a:fillRect/>
          </a:stretch>
        </p:blipFill>
        <p:spPr>
          <a:xfrm>
            <a:off x="1217287" y="1730245"/>
            <a:ext cx="10033000" cy="2044700"/>
          </a:xfrm>
          <a:prstGeom prst="rect">
            <a:avLst/>
          </a:prstGeom>
        </p:spPr>
      </p:pic>
    </p:spTree>
    <p:extLst>
      <p:ext uri="{BB962C8B-B14F-4D97-AF65-F5344CB8AC3E}">
        <p14:creationId xmlns:p14="http://schemas.microsoft.com/office/powerpoint/2010/main" val="766959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15</a:t>
            </a:r>
            <a:r>
              <a:rPr kumimoji="1" lang="zh-CN" altLang="en-US" dirty="0">
                <a:sym typeface="Arial" panose="020B0604020202020204" pitchFamily="34" charset="0"/>
              </a:rPr>
              <a:t> 愉悦的旋律</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6" name="图片 5">
            <a:extLst>
              <a:ext uri="{FF2B5EF4-FFF2-40B4-BE49-F238E27FC236}">
                <a16:creationId xmlns:a16="http://schemas.microsoft.com/office/drawing/2014/main" id="{212A2612-4207-6842-BF9A-D3CADBA2BAF2}"/>
              </a:ext>
            </a:extLst>
          </p:cNvPr>
          <p:cNvPicPr>
            <a:picLocks noChangeAspect="1"/>
          </p:cNvPicPr>
          <p:nvPr/>
        </p:nvPicPr>
        <p:blipFill>
          <a:blip r:embed="rId3"/>
          <a:stretch>
            <a:fillRect/>
          </a:stretch>
        </p:blipFill>
        <p:spPr>
          <a:xfrm>
            <a:off x="442913" y="929193"/>
            <a:ext cx="9740747" cy="6045626"/>
          </a:xfrm>
          <a:prstGeom prst="rect">
            <a:avLst/>
          </a:prstGeom>
        </p:spPr>
      </p:pic>
    </p:spTree>
    <p:extLst>
      <p:ext uri="{BB962C8B-B14F-4D97-AF65-F5344CB8AC3E}">
        <p14:creationId xmlns:p14="http://schemas.microsoft.com/office/powerpoint/2010/main" val="2140953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15</a:t>
            </a:r>
            <a:r>
              <a:rPr kumimoji="1" lang="zh-CN" altLang="en-US" dirty="0">
                <a:sym typeface="Arial" panose="020B0604020202020204" pitchFamily="34" charset="0"/>
              </a:rPr>
              <a:t> 愉悦的旋律</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4827D468-00DF-704B-9E0A-F828DDDDE4FF}"/>
              </a:ext>
            </a:extLst>
          </p:cNvPr>
          <p:cNvPicPr>
            <a:picLocks noChangeAspect="1"/>
          </p:cNvPicPr>
          <p:nvPr/>
        </p:nvPicPr>
        <p:blipFill>
          <a:blip r:embed="rId3"/>
          <a:stretch>
            <a:fillRect/>
          </a:stretch>
        </p:blipFill>
        <p:spPr>
          <a:xfrm>
            <a:off x="95137" y="89987"/>
            <a:ext cx="9404627" cy="6583239"/>
          </a:xfrm>
          <a:prstGeom prst="rect">
            <a:avLst/>
          </a:prstGeom>
        </p:spPr>
      </p:pic>
    </p:spTree>
    <p:extLst>
      <p:ext uri="{BB962C8B-B14F-4D97-AF65-F5344CB8AC3E}">
        <p14:creationId xmlns:p14="http://schemas.microsoft.com/office/powerpoint/2010/main" val="2480838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16</a:t>
            </a:r>
            <a:r>
              <a:rPr kumimoji="1" lang="zh-CN" altLang="en-US" dirty="0">
                <a:sym typeface="Arial" panose="020B0604020202020204" pitchFamily="34" charset="0"/>
              </a:rPr>
              <a:t> 啤酒厂选址</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757F1432-B6B4-3344-8ECD-566A3CC3F252}"/>
              </a:ext>
            </a:extLst>
          </p:cNvPr>
          <p:cNvPicPr>
            <a:picLocks noChangeAspect="1"/>
          </p:cNvPicPr>
          <p:nvPr/>
        </p:nvPicPr>
        <p:blipFill>
          <a:blip r:embed="rId3"/>
          <a:stretch>
            <a:fillRect/>
          </a:stretch>
        </p:blipFill>
        <p:spPr>
          <a:xfrm>
            <a:off x="442913" y="1078741"/>
            <a:ext cx="11481616" cy="4733335"/>
          </a:xfrm>
          <a:prstGeom prst="rect">
            <a:avLst/>
          </a:prstGeom>
        </p:spPr>
      </p:pic>
    </p:spTree>
    <p:extLst>
      <p:ext uri="{BB962C8B-B14F-4D97-AF65-F5344CB8AC3E}">
        <p14:creationId xmlns:p14="http://schemas.microsoft.com/office/powerpoint/2010/main" val="1554658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16</a:t>
            </a:r>
            <a:r>
              <a:rPr kumimoji="1" lang="zh-CN" altLang="en-US" dirty="0">
                <a:sym typeface="Arial" panose="020B0604020202020204" pitchFamily="34" charset="0"/>
              </a:rPr>
              <a:t> 啤酒厂选址</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3" name="图片 2">
            <a:extLst>
              <a:ext uri="{FF2B5EF4-FFF2-40B4-BE49-F238E27FC236}">
                <a16:creationId xmlns:a16="http://schemas.microsoft.com/office/drawing/2014/main" id="{9495CE68-E7C8-E347-B1DA-DE5E9507E81E}"/>
              </a:ext>
            </a:extLst>
          </p:cNvPr>
          <p:cNvPicPr>
            <a:picLocks noChangeAspect="1"/>
          </p:cNvPicPr>
          <p:nvPr/>
        </p:nvPicPr>
        <p:blipFill>
          <a:blip r:embed="rId3"/>
          <a:stretch>
            <a:fillRect/>
          </a:stretch>
        </p:blipFill>
        <p:spPr>
          <a:xfrm>
            <a:off x="304920" y="1026873"/>
            <a:ext cx="11444071" cy="2192948"/>
          </a:xfrm>
          <a:prstGeom prst="rect">
            <a:avLst/>
          </a:prstGeom>
        </p:spPr>
      </p:pic>
      <p:pic>
        <p:nvPicPr>
          <p:cNvPr id="6" name="图片 5">
            <a:extLst>
              <a:ext uri="{FF2B5EF4-FFF2-40B4-BE49-F238E27FC236}">
                <a16:creationId xmlns:a16="http://schemas.microsoft.com/office/drawing/2014/main" id="{A51B14C8-72A1-874C-B8DA-9E1EC0CFB6BB}"/>
              </a:ext>
            </a:extLst>
          </p:cNvPr>
          <p:cNvPicPr>
            <a:picLocks noChangeAspect="1"/>
          </p:cNvPicPr>
          <p:nvPr/>
        </p:nvPicPr>
        <p:blipFill>
          <a:blip r:embed="rId4"/>
          <a:stretch>
            <a:fillRect/>
          </a:stretch>
        </p:blipFill>
        <p:spPr>
          <a:xfrm>
            <a:off x="304920" y="3486287"/>
            <a:ext cx="7150100" cy="1320800"/>
          </a:xfrm>
          <a:prstGeom prst="rect">
            <a:avLst/>
          </a:prstGeom>
        </p:spPr>
      </p:pic>
    </p:spTree>
    <p:extLst>
      <p:ext uri="{BB962C8B-B14F-4D97-AF65-F5344CB8AC3E}">
        <p14:creationId xmlns:p14="http://schemas.microsoft.com/office/powerpoint/2010/main" val="39829978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BE77495-FA9D-4073-A31B-6DCFF294BB33}"/>
              </a:ext>
            </a:extLst>
          </p:cNvPr>
          <p:cNvSpPr>
            <a:spLocks noGrp="1"/>
          </p:cNvSpPr>
          <p:nvPr>
            <p:ph type="title"/>
          </p:nvPr>
        </p:nvSpPr>
        <p:spPr/>
        <p:txBody>
          <a:bodyPr/>
          <a:lstStyle/>
          <a:p>
            <a:r>
              <a:rPr kumimoji="1" lang="en-US" altLang="zh-CN" dirty="0">
                <a:sym typeface="Arial" panose="020B0604020202020204" pitchFamily="34" charset="0"/>
              </a:rPr>
              <a:t>16</a:t>
            </a:r>
            <a:r>
              <a:rPr kumimoji="1" lang="zh-CN" altLang="en-US" dirty="0">
                <a:sym typeface="Arial" panose="020B0604020202020204" pitchFamily="34" charset="0"/>
              </a:rPr>
              <a:t> 啤酒厂选址</a:t>
            </a:r>
            <a:endParaRPr lang="zh-CN" altLang="en-US" dirty="0">
              <a:sym typeface="Arial" panose="020B0604020202020204" pitchFamily="34" charset="0"/>
            </a:endParaRPr>
          </a:p>
        </p:txBody>
      </p:sp>
      <p:sp>
        <p:nvSpPr>
          <p:cNvPr id="4" name="灯片编号占位符 1">
            <a:extLst>
              <a:ext uri="{FF2B5EF4-FFF2-40B4-BE49-F238E27FC236}">
                <a16:creationId xmlns:a16="http://schemas.microsoft.com/office/drawing/2014/main" id="{508D9D3A-0011-5848-8A49-A25A452BA434}"/>
              </a:ext>
            </a:extLst>
          </p:cNvPr>
          <p:cNvSpPr>
            <a:spLocks noGrp="1"/>
          </p:cNvSpPr>
          <p:nvPr>
            <p:ph type="sldNum" sz="quarter" idx="4"/>
          </p:nvPr>
        </p:nvSpPr>
        <p:spPr>
          <a:xfrm>
            <a:off x="9005791" y="6394353"/>
            <a:ext cx="2743200" cy="292196"/>
          </a:xfrm>
        </p:spPr>
        <p:txBody>
          <a:bodyPr/>
          <a:lstStyle/>
          <a:p>
            <a:endParaRPr lang="zh-CN" altLang="en-US" dirty="0">
              <a:sym typeface="Arial" panose="020B0604020202020204" pitchFamily="34" charset="0"/>
            </a:endParaRPr>
          </a:p>
        </p:txBody>
      </p:sp>
      <p:pic>
        <p:nvPicPr>
          <p:cNvPr id="6" name="图片 5">
            <a:extLst>
              <a:ext uri="{FF2B5EF4-FFF2-40B4-BE49-F238E27FC236}">
                <a16:creationId xmlns:a16="http://schemas.microsoft.com/office/drawing/2014/main" id="{C0D68FCD-9B5B-2444-B923-80EA102DD4A7}"/>
              </a:ext>
            </a:extLst>
          </p:cNvPr>
          <p:cNvPicPr>
            <a:picLocks noChangeAspect="1"/>
          </p:cNvPicPr>
          <p:nvPr/>
        </p:nvPicPr>
        <p:blipFill>
          <a:blip r:embed="rId3"/>
          <a:stretch>
            <a:fillRect/>
          </a:stretch>
        </p:blipFill>
        <p:spPr>
          <a:xfrm>
            <a:off x="1413004" y="2342367"/>
            <a:ext cx="9255394" cy="2080799"/>
          </a:xfrm>
          <a:prstGeom prst="rect">
            <a:avLst/>
          </a:prstGeom>
        </p:spPr>
      </p:pic>
    </p:spTree>
    <p:extLst>
      <p:ext uri="{BB962C8B-B14F-4D97-AF65-F5344CB8AC3E}">
        <p14:creationId xmlns:p14="http://schemas.microsoft.com/office/powerpoint/2010/main" val="3840691164"/>
      </p:ext>
    </p:extLst>
  </p:cSld>
  <p:clrMapOvr>
    <a:masterClrMapping/>
  </p:clrMapOvr>
</p:sld>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20204" pitchFamily="34" charset="0"/>
            <a:ea typeface="微软雅黑" panose="020B0503020204020204" pitchFamily="34" charset="-122"/>
            <a:cs typeface="+mn-ea"/>
            <a:sym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4693</TotalTime>
  <Words>538</Words>
  <Application>Microsoft Macintosh PowerPoint</Application>
  <PresentationFormat>宽屏</PresentationFormat>
  <Paragraphs>86</Paragraphs>
  <Slides>30</Slides>
  <Notes>30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30</vt:i4>
      </vt:variant>
    </vt:vector>
  </HeadingPairs>
  <TitlesOfParts>
    <vt:vector size="38" baseType="lpstr">
      <vt:lpstr>等线</vt:lpstr>
      <vt:lpstr>经典圆体简</vt:lpstr>
      <vt:lpstr>Microsoft YaHei</vt:lpstr>
      <vt:lpstr>Microsoft YaHei</vt:lpstr>
      <vt:lpstr>Arial</vt:lpstr>
      <vt:lpstr>Wingdings</vt:lpstr>
      <vt:lpstr>自定义设计方案</vt:lpstr>
      <vt:lpstr>1_自定义设计方案</vt:lpstr>
      <vt:lpstr>PowerPoint 演示文稿</vt:lpstr>
      <vt:lpstr>考试说明</vt:lpstr>
      <vt:lpstr>考前准备</vt:lpstr>
      <vt:lpstr>常用头文件和输入输出类型</vt:lpstr>
      <vt:lpstr>计算时间复杂度</vt:lpstr>
      <vt:lpstr>01 阶梯电价购电</vt:lpstr>
      <vt:lpstr>02 计数问题</vt:lpstr>
      <vt:lpstr>03 小于当前数的数</vt:lpstr>
      <vt:lpstr>04 门诊计数</vt:lpstr>
      <vt:lpstr>05 除法计算</vt:lpstr>
      <vt:lpstr>06 Vika的贺卡</vt:lpstr>
      <vt:lpstr>06 Vika的贺卡</vt:lpstr>
      <vt:lpstr>07 合法标识符</vt:lpstr>
      <vt:lpstr>08 位置查找</vt:lpstr>
      <vt:lpstr>09 DNA排序</vt:lpstr>
      <vt:lpstr>排序的稳定性</vt:lpstr>
      <vt:lpstr>10 重排空格</vt:lpstr>
      <vt:lpstr>11 流感</vt:lpstr>
      <vt:lpstr>11 流感</vt:lpstr>
      <vt:lpstr>12 柱状图上的最大矩形</vt:lpstr>
      <vt:lpstr>12 柱状图上的最大矩形</vt:lpstr>
      <vt:lpstr>13 照亮房间</vt:lpstr>
      <vt:lpstr>13 照亮房间</vt:lpstr>
      <vt:lpstr>14 炸鸡排</vt:lpstr>
      <vt:lpstr>14 炸鸡排</vt:lpstr>
      <vt:lpstr>15 愉悦的旋律</vt:lpstr>
      <vt:lpstr>15 愉悦的旋律</vt:lpstr>
      <vt:lpstr>16 啤酒厂选址</vt:lpstr>
      <vt:lpstr>16 啤酒厂选址</vt:lpstr>
      <vt:lpstr>16 啤酒厂选址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田 振宇</dc:creator>
  <cp:lastModifiedBy>Microsoft Office User</cp:lastModifiedBy>
  <cp:revision>283</cp:revision>
  <dcterms:created xsi:type="dcterms:W3CDTF">2018-12-09T14:29:24Z</dcterms:created>
  <dcterms:modified xsi:type="dcterms:W3CDTF">2026-10-31T02:54:05Z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2019-04-13T09:21:34.3521271Z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8ba33e4d-f70c-4f8a-80c4-7b79b430a7ab</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